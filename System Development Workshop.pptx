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63" r:id="rId3"/>
    <p:sldId id="265" r:id="rId4"/>
    <p:sldId id="274" r:id="rId5"/>
    <p:sldId id="264" r:id="rId6"/>
    <p:sldId id="297" r:id="rId7"/>
    <p:sldId id="298" r:id="rId8"/>
    <p:sldId id="299" r:id="rId9"/>
    <p:sldId id="291" r:id="rId10"/>
    <p:sldId id="292" r:id="rId11"/>
    <p:sldId id="293" r:id="rId12"/>
    <p:sldId id="294" r:id="rId13"/>
    <p:sldId id="29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7EBA33-DD64-4541-A871-B8E6CAF63ACD}" v="463" dt="2025-11-04T11:34:54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2847" autoAdjust="0"/>
  </p:normalViewPr>
  <p:slideViewPr>
    <p:cSldViewPr snapToGrid="0">
      <p:cViewPr varScale="1">
        <p:scale>
          <a:sx n="115" d="100"/>
          <a:sy n="115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C74AB8-588E-42A7-A37A-3BEA385C58E4}" type="doc">
      <dgm:prSet loTypeId="urn:diagrams.loki3.com/BracketLis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AU"/>
        </a:p>
      </dgm:t>
    </dgm:pt>
    <dgm:pt modelId="{FC324CDF-93CA-44B8-8987-6B0BE37ED339}">
      <dgm:prSet/>
      <dgm:spPr/>
      <dgm:t>
        <a:bodyPr/>
        <a:lstStyle/>
        <a:p>
          <a:r>
            <a:rPr lang="en-AU" dirty="0"/>
            <a:t>4D BIM Capabilities</a:t>
          </a:r>
        </a:p>
      </dgm:t>
    </dgm:pt>
    <dgm:pt modelId="{4F0549B7-FC9E-42D6-8779-3B03AD521B3F}" type="parTrans" cxnId="{6AC93AF9-7BD3-4999-838B-659060C07E4A}">
      <dgm:prSet/>
      <dgm:spPr/>
      <dgm:t>
        <a:bodyPr/>
        <a:lstStyle/>
        <a:p>
          <a:endParaRPr lang="en-AU"/>
        </a:p>
      </dgm:t>
    </dgm:pt>
    <dgm:pt modelId="{B29D1500-733F-46D3-9547-F801B623D806}" type="sibTrans" cxnId="{6AC93AF9-7BD3-4999-838B-659060C07E4A}">
      <dgm:prSet/>
      <dgm:spPr/>
      <dgm:t>
        <a:bodyPr/>
        <a:lstStyle/>
        <a:p>
          <a:endParaRPr lang="en-AU"/>
        </a:p>
      </dgm:t>
    </dgm:pt>
    <dgm:pt modelId="{423705C4-80AE-4A65-82D4-69B1E9F67BFC}">
      <dgm:prSet/>
      <dgm:spPr/>
      <dgm:t>
        <a:bodyPr/>
        <a:lstStyle/>
        <a:p>
          <a:r>
            <a:rPr lang="en-AU" dirty="0"/>
            <a:t>Integrated Scheduling and Visualisation (integrated time, cost, and resources into clear, visual 4D schedules)</a:t>
          </a:r>
        </a:p>
      </dgm:t>
    </dgm:pt>
    <dgm:pt modelId="{66A0B3E9-4BC9-48CC-852C-5EF66EB31BD4}" type="parTrans" cxnId="{88C966EE-789C-4CF2-8C20-41A0734B6561}">
      <dgm:prSet/>
      <dgm:spPr/>
      <dgm:t>
        <a:bodyPr/>
        <a:lstStyle/>
        <a:p>
          <a:endParaRPr lang="en-AU"/>
        </a:p>
      </dgm:t>
    </dgm:pt>
    <dgm:pt modelId="{ED9F5D96-0F90-4188-AFA6-20FF6C61F70E}" type="sibTrans" cxnId="{88C966EE-789C-4CF2-8C20-41A0734B6561}">
      <dgm:prSet/>
      <dgm:spPr/>
      <dgm:t>
        <a:bodyPr/>
        <a:lstStyle/>
        <a:p>
          <a:endParaRPr lang="en-AU"/>
        </a:p>
      </dgm:t>
    </dgm:pt>
    <dgm:pt modelId="{E5DAB7C0-F314-4F60-8452-290516550972}">
      <dgm:prSet/>
      <dgm:spPr/>
      <dgm:t>
        <a:bodyPr/>
        <a:lstStyle/>
        <a:p>
          <a:r>
            <a:rPr lang="en-AU" dirty="0"/>
            <a:t>Scenario and Conflict Analysis (forecasting, testing alternatives, and scheduling conflicts)</a:t>
          </a:r>
        </a:p>
      </dgm:t>
    </dgm:pt>
    <dgm:pt modelId="{41A8BE53-AD31-4E7D-A286-D3925BB2D49A}" type="parTrans" cxnId="{62FBA312-35A7-4C69-8C29-82AA57046D8F}">
      <dgm:prSet/>
      <dgm:spPr/>
      <dgm:t>
        <a:bodyPr/>
        <a:lstStyle/>
        <a:p>
          <a:endParaRPr lang="en-AU"/>
        </a:p>
      </dgm:t>
    </dgm:pt>
    <dgm:pt modelId="{7A4AF738-2181-4B81-9C5C-A893523AAAE4}" type="sibTrans" cxnId="{62FBA312-35A7-4C69-8C29-82AA57046D8F}">
      <dgm:prSet/>
      <dgm:spPr/>
      <dgm:t>
        <a:bodyPr/>
        <a:lstStyle/>
        <a:p>
          <a:endParaRPr lang="en-AU"/>
        </a:p>
      </dgm:t>
    </dgm:pt>
    <dgm:pt modelId="{89C60128-0C9B-4B9D-B08A-BA873C99AB99}">
      <dgm:prSet/>
      <dgm:spPr/>
      <dgm:t>
        <a:bodyPr/>
        <a:lstStyle/>
        <a:p>
          <a:r>
            <a:rPr lang="en-AU" dirty="0"/>
            <a:t>Progress and Continuity Tracking (visual monitoring of resources, workloads, and schedule updates)</a:t>
          </a:r>
        </a:p>
      </dgm:t>
    </dgm:pt>
    <dgm:pt modelId="{6ADEAD95-6D60-4227-A2FA-981ACF9C3A1B}" type="parTrans" cxnId="{078A9F8D-6692-4555-838A-9559EF7828C4}">
      <dgm:prSet/>
      <dgm:spPr/>
      <dgm:t>
        <a:bodyPr/>
        <a:lstStyle/>
        <a:p>
          <a:endParaRPr lang="en-AU"/>
        </a:p>
      </dgm:t>
    </dgm:pt>
    <dgm:pt modelId="{81793A4A-13E1-460F-AEA9-32BCBF0283DA}" type="sibTrans" cxnId="{078A9F8D-6692-4555-838A-9559EF7828C4}">
      <dgm:prSet/>
      <dgm:spPr/>
      <dgm:t>
        <a:bodyPr/>
        <a:lstStyle/>
        <a:p>
          <a:endParaRPr lang="en-AU"/>
        </a:p>
      </dgm:t>
    </dgm:pt>
    <dgm:pt modelId="{E5255E56-F879-4304-975C-D0AB15309179}">
      <dgm:prSet/>
      <dgm:spPr/>
      <dgm:t>
        <a:bodyPr/>
        <a:lstStyle/>
        <a:p>
          <a:r>
            <a:rPr lang="en-AU"/>
            <a:t>4D BIM Limitations</a:t>
          </a:r>
        </a:p>
      </dgm:t>
    </dgm:pt>
    <dgm:pt modelId="{37B65C30-DBB3-4D3C-B8EC-0E722C3D15CF}" type="parTrans" cxnId="{F372D794-996E-4B18-8D46-987DE2C2DDBD}">
      <dgm:prSet/>
      <dgm:spPr/>
      <dgm:t>
        <a:bodyPr/>
        <a:lstStyle/>
        <a:p>
          <a:endParaRPr lang="en-AU"/>
        </a:p>
      </dgm:t>
    </dgm:pt>
    <dgm:pt modelId="{F19BC20B-A0F1-4128-8519-D65D5C1AF724}" type="sibTrans" cxnId="{F372D794-996E-4B18-8D46-987DE2C2DDBD}">
      <dgm:prSet/>
      <dgm:spPr/>
      <dgm:t>
        <a:bodyPr/>
        <a:lstStyle/>
        <a:p>
          <a:endParaRPr lang="en-AU"/>
        </a:p>
      </dgm:t>
    </dgm:pt>
    <dgm:pt modelId="{F89741AB-1BBD-4A27-92C7-6302F97976C7}">
      <dgm:prSet/>
      <dgm:spPr/>
      <dgm:t>
        <a:bodyPr/>
        <a:lstStyle/>
        <a:p>
          <a:r>
            <a:rPr lang="en-AU" dirty="0"/>
            <a:t>Limited Intelligence (cannot predict or adapt to changing project conditions)</a:t>
          </a:r>
        </a:p>
      </dgm:t>
    </dgm:pt>
    <dgm:pt modelId="{D0C60B71-27C5-4EDA-985F-F4A09B3A3DC0}" type="parTrans" cxnId="{C051DFA4-A4CA-45C1-BC86-A27E7A4F6F79}">
      <dgm:prSet/>
      <dgm:spPr/>
      <dgm:t>
        <a:bodyPr/>
        <a:lstStyle/>
        <a:p>
          <a:endParaRPr lang="en-AU"/>
        </a:p>
      </dgm:t>
    </dgm:pt>
    <dgm:pt modelId="{64B88004-D364-4464-9BFE-4C2B4BB01EBC}" type="sibTrans" cxnId="{C051DFA4-A4CA-45C1-BC86-A27E7A4F6F79}">
      <dgm:prSet/>
      <dgm:spPr/>
      <dgm:t>
        <a:bodyPr/>
        <a:lstStyle/>
        <a:p>
          <a:endParaRPr lang="en-AU"/>
        </a:p>
      </dgm:t>
    </dgm:pt>
    <dgm:pt modelId="{6CF2AF7E-49BC-4EB7-9D34-92C9C89F8E5F}">
      <dgm:prSet/>
      <dgm:spPr/>
      <dgm:t>
        <a:bodyPr/>
        <a:lstStyle/>
        <a:p>
          <a:r>
            <a:rPr lang="en-AU" dirty="0"/>
            <a:t>Manual and Static (depends on user input with non-optimised visualisations)</a:t>
          </a:r>
        </a:p>
      </dgm:t>
    </dgm:pt>
    <dgm:pt modelId="{CB606849-F63E-4009-9070-D8BBE9C2169B}" type="parTrans" cxnId="{B25CDDB2-CB64-43D6-A994-C04765459A9C}">
      <dgm:prSet/>
      <dgm:spPr/>
      <dgm:t>
        <a:bodyPr/>
        <a:lstStyle/>
        <a:p>
          <a:endParaRPr lang="en-AU"/>
        </a:p>
      </dgm:t>
    </dgm:pt>
    <dgm:pt modelId="{5AC8B09C-A10E-4DD8-8DF4-4D62631BE333}" type="sibTrans" cxnId="{B25CDDB2-CB64-43D6-A994-C04765459A9C}">
      <dgm:prSet/>
      <dgm:spPr/>
      <dgm:t>
        <a:bodyPr/>
        <a:lstStyle/>
        <a:p>
          <a:endParaRPr lang="en-AU"/>
        </a:p>
      </dgm:t>
    </dgm:pt>
    <dgm:pt modelId="{1EE22AAA-F246-429F-AB73-01D5D591DEDE}">
      <dgm:prSet/>
      <dgm:spPr/>
      <dgm:t>
        <a:bodyPr/>
        <a:lstStyle/>
        <a:p>
          <a:r>
            <a:rPr lang="en-AU" dirty="0"/>
            <a:t>No Optimisation (lacks automated allocation, leveling, or flexible scheduling capabilities)</a:t>
          </a:r>
        </a:p>
      </dgm:t>
    </dgm:pt>
    <dgm:pt modelId="{23B2759E-C5D2-4767-91D9-1BFEBDD6B0D6}" type="parTrans" cxnId="{D5AE771B-4964-4FBC-B592-6D448AAE3B72}">
      <dgm:prSet/>
      <dgm:spPr/>
      <dgm:t>
        <a:bodyPr/>
        <a:lstStyle/>
        <a:p>
          <a:endParaRPr lang="en-AU"/>
        </a:p>
      </dgm:t>
    </dgm:pt>
    <dgm:pt modelId="{38673DA7-6CB0-4F8B-B583-72AC5B5CCE5A}" type="sibTrans" cxnId="{D5AE771B-4964-4FBC-B592-6D448AAE3B72}">
      <dgm:prSet/>
      <dgm:spPr/>
      <dgm:t>
        <a:bodyPr/>
        <a:lstStyle/>
        <a:p>
          <a:endParaRPr lang="en-AU"/>
        </a:p>
      </dgm:t>
    </dgm:pt>
    <dgm:pt modelId="{218FAD4E-A0FB-4DFB-8355-E2E1E32B1666}" type="pres">
      <dgm:prSet presAssocID="{35C74AB8-588E-42A7-A37A-3BEA385C58E4}" presName="Name0" presStyleCnt="0">
        <dgm:presLayoutVars>
          <dgm:dir/>
          <dgm:animLvl val="lvl"/>
          <dgm:resizeHandles val="exact"/>
        </dgm:presLayoutVars>
      </dgm:prSet>
      <dgm:spPr/>
    </dgm:pt>
    <dgm:pt modelId="{C301165B-1B7E-4AFA-8CAE-32AD7DD34447}" type="pres">
      <dgm:prSet presAssocID="{FC324CDF-93CA-44B8-8987-6B0BE37ED339}" presName="linNode" presStyleCnt="0"/>
      <dgm:spPr/>
    </dgm:pt>
    <dgm:pt modelId="{711AF4E7-72DA-4592-A430-33769875B018}" type="pres">
      <dgm:prSet presAssocID="{FC324CDF-93CA-44B8-8987-6B0BE37ED339}" presName="parTx" presStyleLbl="revTx" presStyleIdx="0" presStyleCnt="2">
        <dgm:presLayoutVars>
          <dgm:chMax val="1"/>
          <dgm:bulletEnabled val="1"/>
        </dgm:presLayoutVars>
      </dgm:prSet>
      <dgm:spPr/>
    </dgm:pt>
    <dgm:pt modelId="{DDA50E5E-CAA1-427B-8BFB-1DCA25CFD957}" type="pres">
      <dgm:prSet presAssocID="{FC324CDF-93CA-44B8-8987-6B0BE37ED339}" presName="bracket" presStyleLbl="parChTrans1D1" presStyleIdx="0" presStyleCnt="2"/>
      <dgm:spPr/>
    </dgm:pt>
    <dgm:pt modelId="{FA176504-BCD2-4134-A0D7-8296D1FA9BB9}" type="pres">
      <dgm:prSet presAssocID="{FC324CDF-93CA-44B8-8987-6B0BE37ED339}" presName="spH" presStyleCnt="0"/>
      <dgm:spPr/>
    </dgm:pt>
    <dgm:pt modelId="{3515227D-FC88-4029-9093-B7114A89336D}" type="pres">
      <dgm:prSet presAssocID="{FC324CDF-93CA-44B8-8987-6B0BE37ED339}" presName="desTx" presStyleLbl="node1" presStyleIdx="0" presStyleCnt="2">
        <dgm:presLayoutVars>
          <dgm:bulletEnabled val="1"/>
        </dgm:presLayoutVars>
      </dgm:prSet>
      <dgm:spPr/>
    </dgm:pt>
    <dgm:pt modelId="{71B6EA18-D0A0-4916-90E7-5DC7C6441836}" type="pres">
      <dgm:prSet presAssocID="{B29D1500-733F-46D3-9547-F801B623D806}" presName="spV" presStyleCnt="0"/>
      <dgm:spPr/>
    </dgm:pt>
    <dgm:pt modelId="{186E21CC-DC76-42CF-BBD0-C5AD7BC313F0}" type="pres">
      <dgm:prSet presAssocID="{E5255E56-F879-4304-975C-D0AB15309179}" presName="linNode" presStyleCnt="0"/>
      <dgm:spPr/>
    </dgm:pt>
    <dgm:pt modelId="{3C883009-C904-4D0E-888B-EFAE4048957F}" type="pres">
      <dgm:prSet presAssocID="{E5255E56-F879-4304-975C-D0AB15309179}" presName="parTx" presStyleLbl="revTx" presStyleIdx="1" presStyleCnt="2">
        <dgm:presLayoutVars>
          <dgm:chMax val="1"/>
          <dgm:bulletEnabled val="1"/>
        </dgm:presLayoutVars>
      </dgm:prSet>
      <dgm:spPr/>
    </dgm:pt>
    <dgm:pt modelId="{AAFA0245-E0D8-4736-8B9E-8CB1EFABB6B8}" type="pres">
      <dgm:prSet presAssocID="{E5255E56-F879-4304-975C-D0AB15309179}" presName="bracket" presStyleLbl="parChTrans1D1" presStyleIdx="1" presStyleCnt="2"/>
      <dgm:spPr/>
    </dgm:pt>
    <dgm:pt modelId="{DA07AD80-B0F2-4D3C-B508-0B9ED507677E}" type="pres">
      <dgm:prSet presAssocID="{E5255E56-F879-4304-975C-D0AB15309179}" presName="spH" presStyleCnt="0"/>
      <dgm:spPr/>
    </dgm:pt>
    <dgm:pt modelId="{662CD42E-9150-4537-82E4-3D3F68B0175F}" type="pres">
      <dgm:prSet presAssocID="{E5255E56-F879-4304-975C-D0AB15309179}" presName="desTx" presStyleLbl="node1" presStyleIdx="1" presStyleCnt="2">
        <dgm:presLayoutVars>
          <dgm:bulletEnabled val="1"/>
        </dgm:presLayoutVars>
      </dgm:prSet>
      <dgm:spPr/>
    </dgm:pt>
  </dgm:ptLst>
  <dgm:cxnLst>
    <dgm:cxn modelId="{59AD8D0E-3D00-40CE-A044-830099507AF4}" type="presOf" srcId="{1EE22AAA-F246-429F-AB73-01D5D591DEDE}" destId="{662CD42E-9150-4537-82E4-3D3F68B0175F}" srcOrd="0" destOrd="2" presId="urn:diagrams.loki3.com/BracketList"/>
    <dgm:cxn modelId="{62FBA312-35A7-4C69-8C29-82AA57046D8F}" srcId="{FC324CDF-93CA-44B8-8987-6B0BE37ED339}" destId="{E5DAB7C0-F314-4F60-8452-290516550972}" srcOrd="1" destOrd="0" parTransId="{41A8BE53-AD31-4E7D-A286-D3925BB2D49A}" sibTransId="{7A4AF738-2181-4B81-9C5C-A893523AAAE4}"/>
    <dgm:cxn modelId="{D5AE771B-4964-4FBC-B592-6D448AAE3B72}" srcId="{E5255E56-F879-4304-975C-D0AB15309179}" destId="{1EE22AAA-F246-429F-AB73-01D5D591DEDE}" srcOrd="2" destOrd="0" parTransId="{23B2759E-C5D2-4767-91D9-1BFEBDD6B0D6}" sibTransId="{38673DA7-6CB0-4F8B-B583-72AC5B5CCE5A}"/>
    <dgm:cxn modelId="{C0DA2955-4CFF-4CC1-BDD1-5FB456F5472F}" type="presOf" srcId="{6CF2AF7E-49BC-4EB7-9D34-92C9C89F8E5F}" destId="{662CD42E-9150-4537-82E4-3D3F68B0175F}" srcOrd="0" destOrd="1" presId="urn:diagrams.loki3.com/BracketList"/>
    <dgm:cxn modelId="{078A9F8D-6692-4555-838A-9559EF7828C4}" srcId="{FC324CDF-93CA-44B8-8987-6B0BE37ED339}" destId="{89C60128-0C9B-4B9D-B08A-BA873C99AB99}" srcOrd="2" destOrd="0" parTransId="{6ADEAD95-6D60-4227-A2FA-981ACF9C3A1B}" sibTransId="{81793A4A-13E1-460F-AEA9-32BCBF0283DA}"/>
    <dgm:cxn modelId="{F372D794-996E-4B18-8D46-987DE2C2DDBD}" srcId="{35C74AB8-588E-42A7-A37A-3BEA385C58E4}" destId="{E5255E56-F879-4304-975C-D0AB15309179}" srcOrd="1" destOrd="0" parTransId="{37B65C30-DBB3-4D3C-B8EC-0E722C3D15CF}" sibTransId="{F19BC20B-A0F1-4128-8519-D65D5C1AF724}"/>
    <dgm:cxn modelId="{688C31A3-C479-4ADC-B70C-CC3F761D77CF}" type="presOf" srcId="{423705C4-80AE-4A65-82D4-69B1E9F67BFC}" destId="{3515227D-FC88-4029-9093-B7114A89336D}" srcOrd="0" destOrd="0" presId="urn:diagrams.loki3.com/BracketList"/>
    <dgm:cxn modelId="{C051DFA4-A4CA-45C1-BC86-A27E7A4F6F79}" srcId="{E5255E56-F879-4304-975C-D0AB15309179}" destId="{F89741AB-1BBD-4A27-92C7-6302F97976C7}" srcOrd="0" destOrd="0" parTransId="{D0C60B71-27C5-4EDA-985F-F4A09B3A3DC0}" sibTransId="{64B88004-D364-4464-9BFE-4C2B4BB01EBC}"/>
    <dgm:cxn modelId="{02B6C9AA-B17C-4BEA-AB6C-80ED85C4E97C}" type="presOf" srcId="{E5DAB7C0-F314-4F60-8452-290516550972}" destId="{3515227D-FC88-4029-9093-B7114A89336D}" srcOrd="0" destOrd="1" presId="urn:diagrams.loki3.com/BracketList"/>
    <dgm:cxn modelId="{9DB6E0B1-50F4-4E55-A0D8-F657DD8EFF83}" type="presOf" srcId="{35C74AB8-588E-42A7-A37A-3BEA385C58E4}" destId="{218FAD4E-A0FB-4DFB-8355-E2E1E32B1666}" srcOrd="0" destOrd="0" presId="urn:diagrams.loki3.com/BracketList"/>
    <dgm:cxn modelId="{B25CDDB2-CB64-43D6-A994-C04765459A9C}" srcId="{E5255E56-F879-4304-975C-D0AB15309179}" destId="{6CF2AF7E-49BC-4EB7-9D34-92C9C89F8E5F}" srcOrd="1" destOrd="0" parTransId="{CB606849-F63E-4009-9070-D8BBE9C2169B}" sibTransId="{5AC8B09C-A10E-4DD8-8DF4-4D62631BE333}"/>
    <dgm:cxn modelId="{3F8135B6-6CE4-4C7F-B432-00FBA361E610}" type="presOf" srcId="{E5255E56-F879-4304-975C-D0AB15309179}" destId="{3C883009-C904-4D0E-888B-EFAE4048957F}" srcOrd="0" destOrd="0" presId="urn:diagrams.loki3.com/BracketList"/>
    <dgm:cxn modelId="{092506BB-039A-4324-BC0E-7F31328ECF33}" type="presOf" srcId="{89C60128-0C9B-4B9D-B08A-BA873C99AB99}" destId="{3515227D-FC88-4029-9093-B7114A89336D}" srcOrd="0" destOrd="2" presId="urn:diagrams.loki3.com/BracketList"/>
    <dgm:cxn modelId="{E5E027DC-1A47-4058-B3E1-13CE176D569F}" type="presOf" srcId="{FC324CDF-93CA-44B8-8987-6B0BE37ED339}" destId="{711AF4E7-72DA-4592-A430-33769875B018}" srcOrd="0" destOrd="0" presId="urn:diagrams.loki3.com/BracketList"/>
    <dgm:cxn modelId="{F6E41EED-D06D-4CD4-8A0A-30B8B5A631B3}" type="presOf" srcId="{F89741AB-1BBD-4A27-92C7-6302F97976C7}" destId="{662CD42E-9150-4537-82E4-3D3F68B0175F}" srcOrd="0" destOrd="0" presId="urn:diagrams.loki3.com/BracketList"/>
    <dgm:cxn modelId="{88C966EE-789C-4CF2-8C20-41A0734B6561}" srcId="{FC324CDF-93CA-44B8-8987-6B0BE37ED339}" destId="{423705C4-80AE-4A65-82D4-69B1E9F67BFC}" srcOrd="0" destOrd="0" parTransId="{66A0B3E9-4BC9-48CC-852C-5EF66EB31BD4}" sibTransId="{ED9F5D96-0F90-4188-AFA6-20FF6C61F70E}"/>
    <dgm:cxn modelId="{6AC93AF9-7BD3-4999-838B-659060C07E4A}" srcId="{35C74AB8-588E-42A7-A37A-3BEA385C58E4}" destId="{FC324CDF-93CA-44B8-8987-6B0BE37ED339}" srcOrd="0" destOrd="0" parTransId="{4F0549B7-FC9E-42D6-8779-3B03AD521B3F}" sibTransId="{B29D1500-733F-46D3-9547-F801B623D806}"/>
    <dgm:cxn modelId="{250B8957-EAE6-430A-A1A0-7A2C99805AF2}" type="presParOf" srcId="{218FAD4E-A0FB-4DFB-8355-E2E1E32B1666}" destId="{C301165B-1B7E-4AFA-8CAE-32AD7DD34447}" srcOrd="0" destOrd="0" presId="urn:diagrams.loki3.com/BracketList"/>
    <dgm:cxn modelId="{9D4A6798-A5A6-48D9-81C0-CCCCBDB08B9F}" type="presParOf" srcId="{C301165B-1B7E-4AFA-8CAE-32AD7DD34447}" destId="{711AF4E7-72DA-4592-A430-33769875B018}" srcOrd="0" destOrd="0" presId="urn:diagrams.loki3.com/BracketList"/>
    <dgm:cxn modelId="{BEA191CB-605F-44ED-BF00-581CC5473798}" type="presParOf" srcId="{C301165B-1B7E-4AFA-8CAE-32AD7DD34447}" destId="{DDA50E5E-CAA1-427B-8BFB-1DCA25CFD957}" srcOrd="1" destOrd="0" presId="urn:diagrams.loki3.com/BracketList"/>
    <dgm:cxn modelId="{E541EB6F-4D67-455F-BC11-DF285B0DECB8}" type="presParOf" srcId="{C301165B-1B7E-4AFA-8CAE-32AD7DD34447}" destId="{FA176504-BCD2-4134-A0D7-8296D1FA9BB9}" srcOrd="2" destOrd="0" presId="urn:diagrams.loki3.com/BracketList"/>
    <dgm:cxn modelId="{9D96B64E-C071-4944-958C-1BD164668EC9}" type="presParOf" srcId="{C301165B-1B7E-4AFA-8CAE-32AD7DD34447}" destId="{3515227D-FC88-4029-9093-B7114A89336D}" srcOrd="3" destOrd="0" presId="urn:diagrams.loki3.com/BracketList"/>
    <dgm:cxn modelId="{7FD14DB9-7636-487D-960D-F4F30472F30C}" type="presParOf" srcId="{218FAD4E-A0FB-4DFB-8355-E2E1E32B1666}" destId="{71B6EA18-D0A0-4916-90E7-5DC7C6441836}" srcOrd="1" destOrd="0" presId="urn:diagrams.loki3.com/BracketList"/>
    <dgm:cxn modelId="{E90ED2C9-D2CC-4785-97C4-7AA9945254A2}" type="presParOf" srcId="{218FAD4E-A0FB-4DFB-8355-E2E1E32B1666}" destId="{186E21CC-DC76-42CF-BBD0-C5AD7BC313F0}" srcOrd="2" destOrd="0" presId="urn:diagrams.loki3.com/BracketList"/>
    <dgm:cxn modelId="{566AE554-7CA7-4D79-985A-8CFE6D39AA0E}" type="presParOf" srcId="{186E21CC-DC76-42CF-BBD0-C5AD7BC313F0}" destId="{3C883009-C904-4D0E-888B-EFAE4048957F}" srcOrd="0" destOrd="0" presId="urn:diagrams.loki3.com/BracketList"/>
    <dgm:cxn modelId="{9AAB51D6-0C09-4B58-98C5-28F635CE0703}" type="presParOf" srcId="{186E21CC-DC76-42CF-BBD0-C5AD7BC313F0}" destId="{AAFA0245-E0D8-4736-8B9E-8CB1EFABB6B8}" srcOrd="1" destOrd="0" presId="urn:diagrams.loki3.com/BracketList"/>
    <dgm:cxn modelId="{53EEE1EC-321F-48AF-BBE5-6E72B76F7621}" type="presParOf" srcId="{186E21CC-DC76-42CF-BBD0-C5AD7BC313F0}" destId="{DA07AD80-B0F2-4D3C-B508-0B9ED507677E}" srcOrd="2" destOrd="0" presId="urn:diagrams.loki3.com/BracketList"/>
    <dgm:cxn modelId="{B108DBA3-6E71-4E91-89D8-A69490532AEB}" type="presParOf" srcId="{186E21CC-DC76-42CF-BBD0-C5AD7BC313F0}" destId="{662CD42E-9150-4537-82E4-3D3F68B0175F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CFE0CE-12FA-454C-ABEE-AEFD435BD487}" type="doc">
      <dgm:prSet loTypeId="urn:diagrams.loki3.com/BracketLis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AU"/>
        </a:p>
      </dgm:t>
    </dgm:pt>
    <dgm:pt modelId="{A5126A0D-3B3E-4485-8CF4-B5C78D8B49AB}">
      <dgm:prSet/>
      <dgm:spPr/>
      <dgm:t>
        <a:bodyPr/>
        <a:lstStyle/>
        <a:p>
          <a:r>
            <a:rPr lang="en-AU"/>
            <a:t>4D BIM Capabilities</a:t>
          </a:r>
        </a:p>
      </dgm:t>
    </dgm:pt>
    <dgm:pt modelId="{86375153-07C1-46C7-B40C-46F1A1028BB4}" type="parTrans" cxnId="{7B908CA5-908F-4A3E-BB2C-5F83866B0A6C}">
      <dgm:prSet/>
      <dgm:spPr/>
      <dgm:t>
        <a:bodyPr/>
        <a:lstStyle/>
        <a:p>
          <a:endParaRPr lang="en-AU"/>
        </a:p>
      </dgm:t>
    </dgm:pt>
    <dgm:pt modelId="{8EF35915-EF67-42BC-8E63-DAC2883E3D03}" type="sibTrans" cxnId="{7B908CA5-908F-4A3E-BB2C-5F83866B0A6C}">
      <dgm:prSet/>
      <dgm:spPr/>
      <dgm:t>
        <a:bodyPr/>
        <a:lstStyle/>
        <a:p>
          <a:endParaRPr lang="en-AU"/>
        </a:p>
      </dgm:t>
    </dgm:pt>
    <dgm:pt modelId="{8AC4B830-F29D-453C-AAF1-4CA3E6A8B514}">
      <dgm:prSet/>
      <dgm:spPr/>
      <dgm:t>
        <a:bodyPr/>
        <a:lstStyle/>
        <a:p>
          <a:r>
            <a:rPr lang="en-AU" dirty="0"/>
            <a:t>Enhanced Visualisation and Shared Understanding (4D visual models that improve workflow comprehension and coordination among teams)</a:t>
          </a:r>
        </a:p>
      </dgm:t>
    </dgm:pt>
    <dgm:pt modelId="{6732A187-2324-49F8-844E-A9B0B78E8A93}" type="parTrans" cxnId="{1292B019-82D6-44DB-BEC1-B8AFFDC50E6B}">
      <dgm:prSet/>
      <dgm:spPr/>
      <dgm:t>
        <a:bodyPr/>
        <a:lstStyle/>
        <a:p>
          <a:endParaRPr lang="en-AU"/>
        </a:p>
      </dgm:t>
    </dgm:pt>
    <dgm:pt modelId="{EB4C326E-F6B4-4822-B1FB-3DBB5BA4DE68}" type="sibTrans" cxnId="{1292B019-82D6-44DB-BEC1-B8AFFDC50E6B}">
      <dgm:prSet/>
      <dgm:spPr/>
      <dgm:t>
        <a:bodyPr/>
        <a:lstStyle/>
        <a:p>
          <a:endParaRPr lang="en-AU"/>
        </a:p>
      </dgm:t>
    </dgm:pt>
    <dgm:pt modelId="{29E1C5E8-AB63-47B9-823A-6EA755772C6A}">
      <dgm:prSet/>
      <dgm:spPr/>
      <dgm:t>
        <a:bodyPr/>
        <a:lstStyle/>
        <a:p>
          <a:r>
            <a:rPr lang="en-AU" dirty="0"/>
            <a:t>Centralised Information Sharing (facilitates collaboration through common data environments and integrated model-based communication)</a:t>
          </a:r>
        </a:p>
      </dgm:t>
    </dgm:pt>
    <dgm:pt modelId="{32B5411E-E59E-47F1-978C-5A0152A36B4F}" type="parTrans" cxnId="{34E85C3C-BE7E-4996-81B5-9C87499CB4B7}">
      <dgm:prSet/>
      <dgm:spPr/>
      <dgm:t>
        <a:bodyPr/>
        <a:lstStyle/>
        <a:p>
          <a:endParaRPr lang="en-AU"/>
        </a:p>
      </dgm:t>
    </dgm:pt>
    <dgm:pt modelId="{6F8DCDCE-5AAD-4BB4-BC42-0D937031DF1A}" type="sibTrans" cxnId="{34E85C3C-BE7E-4996-81B5-9C87499CB4B7}">
      <dgm:prSet/>
      <dgm:spPr/>
      <dgm:t>
        <a:bodyPr/>
        <a:lstStyle/>
        <a:p>
          <a:endParaRPr lang="en-AU"/>
        </a:p>
      </dgm:t>
    </dgm:pt>
    <dgm:pt modelId="{035F99AC-61AE-4533-B301-1B7C6CE99B9B}">
      <dgm:prSet/>
      <dgm:spPr/>
      <dgm:t>
        <a:bodyPr/>
        <a:lstStyle/>
        <a:p>
          <a:r>
            <a:rPr lang="en-AU"/>
            <a:t>4D BIM Limitations</a:t>
          </a:r>
        </a:p>
      </dgm:t>
    </dgm:pt>
    <dgm:pt modelId="{C084A6B5-EB06-43BC-9018-316687BB18D5}" type="parTrans" cxnId="{1D13D4D9-DB3F-40F3-B9D9-A2CC06A8ED1E}">
      <dgm:prSet/>
      <dgm:spPr/>
      <dgm:t>
        <a:bodyPr/>
        <a:lstStyle/>
        <a:p>
          <a:endParaRPr lang="en-AU"/>
        </a:p>
      </dgm:t>
    </dgm:pt>
    <dgm:pt modelId="{17F4A263-2213-4049-B42C-F4EF505AD4E9}" type="sibTrans" cxnId="{1D13D4D9-DB3F-40F3-B9D9-A2CC06A8ED1E}">
      <dgm:prSet/>
      <dgm:spPr/>
      <dgm:t>
        <a:bodyPr/>
        <a:lstStyle/>
        <a:p>
          <a:endParaRPr lang="en-AU"/>
        </a:p>
      </dgm:t>
    </dgm:pt>
    <dgm:pt modelId="{4A038004-8BD9-4FD0-933A-E224450C48F5}">
      <dgm:prSet/>
      <dgm:spPr/>
      <dgm:t>
        <a:bodyPr/>
        <a:lstStyle/>
        <a:p>
          <a:r>
            <a:rPr lang="en-AU" dirty="0"/>
            <a:t>Limited Interactivity and Automation (coordination still depends on manual updates and user interpretation rather than automated communication)</a:t>
          </a:r>
        </a:p>
      </dgm:t>
    </dgm:pt>
    <dgm:pt modelId="{7038027D-73E9-49A1-BB65-B72420374962}" type="parTrans" cxnId="{EFEB1A2C-DD4C-4237-8C84-263051FD10E5}">
      <dgm:prSet/>
      <dgm:spPr/>
      <dgm:t>
        <a:bodyPr/>
        <a:lstStyle/>
        <a:p>
          <a:endParaRPr lang="en-AU"/>
        </a:p>
      </dgm:t>
    </dgm:pt>
    <dgm:pt modelId="{1312CFF9-D6D8-4832-81F9-EC1078C6ADE2}" type="sibTrans" cxnId="{EFEB1A2C-DD4C-4237-8C84-263051FD10E5}">
      <dgm:prSet/>
      <dgm:spPr/>
      <dgm:t>
        <a:bodyPr/>
        <a:lstStyle/>
        <a:p>
          <a:endParaRPr lang="en-AU"/>
        </a:p>
      </dgm:t>
    </dgm:pt>
    <dgm:pt modelId="{5D1DD599-6A28-482F-A182-DBCE122D79EA}">
      <dgm:prSet/>
      <dgm:spPr/>
      <dgm:t>
        <a:bodyPr/>
        <a:lstStyle/>
        <a:p>
          <a:r>
            <a:rPr lang="en-AU" dirty="0"/>
            <a:t>Lack of Real-Time Feedback (cannot dynamically resolve miscommunication or synchronise updates across stakeholders in real time)</a:t>
          </a:r>
        </a:p>
      </dgm:t>
    </dgm:pt>
    <dgm:pt modelId="{0412BDD4-DE3B-4C9B-AFC5-C035B16B6C77}" type="parTrans" cxnId="{5E8405C8-6F5C-40C7-93F5-6C6E7B40A1E6}">
      <dgm:prSet/>
      <dgm:spPr/>
      <dgm:t>
        <a:bodyPr/>
        <a:lstStyle/>
        <a:p>
          <a:endParaRPr lang="en-AU"/>
        </a:p>
      </dgm:t>
    </dgm:pt>
    <dgm:pt modelId="{5C24CF4C-CB29-4EA3-97DA-9FF88F1AA45E}" type="sibTrans" cxnId="{5E8405C8-6F5C-40C7-93F5-6C6E7B40A1E6}">
      <dgm:prSet/>
      <dgm:spPr/>
      <dgm:t>
        <a:bodyPr/>
        <a:lstStyle/>
        <a:p>
          <a:endParaRPr lang="en-AU"/>
        </a:p>
      </dgm:t>
    </dgm:pt>
    <dgm:pt modelId="{B2803942-CD4D-40AF-8CF2-260B66C2BBE7}" type="pres">
      <dgm:prSet presAssocID="{11CFE0CE-12FA-454C-ABEE-AEFD435BD487}" presName="Name0" presStyleCnt="0">
        <dgm:presLayoutVars>
          <dgm:dir/>
          <dgm:animLvl val="lvl"/>
          <dgm:resizeHandles val="exact"/>
        </dgm:presLayoutVars>
      </dgm:prSet>
      <dgm:spPr/>
    </dgm:pt>
    <dgm:pt modelId="{66A19EDD-8B25-444C-B264-EBDFCC0C0650}" type="pres">
      <dgm:prSet presAssocID="{A5126A0D-3B3E-4485-8CF4-B5C78D8B49AB}" presName="linNode" presStyleCnt="0"/>
      <dgm:spPr/>
    </dgm:pt>
    <dgm:pt modelId="{5B66D57C-AD5C-4672-8F48-836A1A09AE01}" type="pres">
      <dgm:prSet presAssocID="{A5126A0D-3B3E-4485-8CF4-B5C78D8B49AB}" presName="parTx" presStyleLbl="revTx" presStyleIdx="0" presStyleCnt="2">
        <dgm:presLayoutVars>
          <dgm:chMax val="1"/>
          <dgm:bulletEnabled val="1"/>
        </dgm:presLayoutVars>
      </dgm:prSet>
      <dgm:spPr/>
    </dgm:pt>
    <dgm:pt modelId="{CFEC104C-E5FE-4CC5-BABD-1FABC1A39BE9}" type="pres">
      <dgm:prSet presAssocID="{A5126A0D-3B3E-4485-8CF4-B5C78D8B49AB}" presName="bracket" presStyleLbl="parChTrans1D1" presStyleIdx="0" presStyleCnt="2"/>
      <dgm:spPr/>
    </dgm:pt>
    <dgm:pt modelId="{98900EC7-61B4-4B90-A0FD-551CBF5DD13D}" type="pres">
      <dgm:prSet presAssocID="{A5126A0D-3B3E-4485-8CF4-B5C78D8B49AB}" presName="spH" presStyleCnt="0"/>
      <dgm:spPr/>
    </dgm:pt>
    <dgm:pt modelId="{479F94A8-09E3-4302-8EB9-221C353F006C}" type="pres">
      <dgm:prSet presAssocID="{A5126A0D-3B3E-4485-8CF4-B5C78D8B49AB}" presName="desTx" presStyleLbl="node1" presStyleIdx="0" presStyleCnt="2">
        <dgm:presLayoutVars>
          <dgm:bulletEnabled val="1"/>
        </dgm:presLayoutVars>
      </dgm:prSet>
      <dgm:spPr/>
    </dgm:pt>
    <dgm:pt modelId="{4410C966-2B8F-4003-9B51-93678E456EDE}" type="pres">
      <dgm:prSet presAssocID="{8EF35915-EF67-42BC-8E63-DAC2883E3D03}" presName="spV" presStyleCnt="0"/>
      <dgm:spPr/>
    </dgm:pt>
    <dgm:pt modelId="{538B779D-C298-4E27-B0B5-5BF71EE4FC76}" type="pres">
      <dgm:prSet presAssocID="{035F99AC-61AE-4533-B301-1B7C6CE99B9B}" presName="linNode" presStyleCnt="0"/>
      <dgm:spPr/>
    </dgm:pt>
    <dgm:pt modelId="{3335FF0B-A634-4311-9AA9-59B2D05350BB}" type="pres">
      <dgm:prSet presAssocID="{035F99AC-61AE-4533-B301-1B7C6CE99B9B}" presName="parTx" presStyleLbl="revTx" presStyleIdx="1" presStyleCnt="2">
        <dgm:presLayoutVars>
          <dgm:chMax val="1"/>
          <dgm:bulletEnabled val="1"/>
        </dgm:presLayoutVars>
      </dgm:prSet>
      <dgm:spPr/>
    </dgm:pt>
    <dgm:pt modelId="{35FB1B69-5C96-4D86-A32A-339009B775D1}" type="pres">
      <dgm:prSet presAssocID="{035F99AC-61AE-4533-B301-1B7C6CE99B9B}" presName="bracket" presStyleLbl="parChTrans1D1" presStyleIdx="1" presStyleCnt="2"/>
      <dgm:spPr/>
    </dgm:pt>
    <dgm:pt modelId="{AB685444-B79A-4E17-BB9F-11B874862DA8}" type="pres">
      <dgm:prSet presAssocID="{035F99AC-61AE-4533-B301-1B7C6CE99B9B}" presName="spH" presStyleCnt="0"/>
      <dgm:spPr/>
    </dgm:pt>
    <dgm:pt modelId="{C46F9860-5AAD-447E-B695-58EDAB0168B7}" type="pres">
      <dgm:prSet presAssocID="{035F99AC-61AE-4533-B301-1B7C6CE99B9B}" presName="desTx" presStyleLbl="node1" presStyleIdx="1" presStyleCnt="2">
        <dgm:presLayoutVars>
          <dgm:bulletEnabled val="1"/>
        </dgm:presLayoutVars>
      </dgm:prSet>
      <dgm:spPr/>
    </dgm:pt>
  </dgm:ptLst>
  <dgm:cxnLst>
    <dgm:cxn modelId="{61666009-A987-40D4-94DB-E166F88ACF3E}" type="presOf" srcId="{29E1C5E8-AB63-47B9-823A-6EA755772C6A}" destId="{479F94A8-09E3-4302-8EB9-221C353F006C}" srcOrd="0" destOrd="1" presId="urn:diagrams.loki3.com/BracketList"/>
    <dgm:cxn modelId="{1292B019-82D6-44DB-BEC1-B8AFFDC50E6B}" srcId="{A5126A0D-3B3E-4485-8CF4-B5C78D8B49AB}" destId="{8AC4B830-F29D-453C-AAF1-4CA3E6A8B514}" srcOrd="0" destOrd="0" parTransId="{6732A187-2324-49F8-844E-A9B0B78E8A93}" sibTransId="{EB4C326E-F6B4-4822-B1FB-3DBB5BA4DE68}"/>
    <dgm:cxn modelId="{EFEB1A2C-DD4C-4237-8C84-263051FD10E5}" srcId="{035F99AC-61AE-4533-B301-1B7C6CE99B9B}" destId="{4A038004-8BD9-4FD0-933A-E224450C48F5}" srcOrd="0" destOrd="0" parTransId="{7038027D-73E9-49A1-BB65-B72420374962}" sibTransId="{1312CFF9-D6D8-4832-81F9-EC1078C6ADE2}"/>
    <dgm:cxn modelId="{34E85C3C-BE7E-4996-81B5-9C87499CB4B7}" srcId="{A5126A0D-3B3E-4485-8CF4-B5C78D8B49AB}" destId="{29E1C5E8-AB63-47B9-823A-6EA755772C6A}" srcOrd="1" destOrd="0" parTransId="{32B5411E-E59E-47F1-978C-5A0152A36B4F}" sibTransId="{6F8DCDCE-5AAD-4BB4-BC42-0D937031DF1A}"/>
    <dgm:cxn modelId="{422F935A-FC9B-4067-A17F-59091C634844}" type="presOf" srcId="{5D1DD599-6A28-482F-A182-DBCE122D79EA}" destId="{C46F9860-5AAD-447E-B695-58EDAB0168B7}" srcOrd="0" destOrd="1" presId="urn:diagrams.loki3.com/BracketList"/>
    <dgm:cxn modelId="{7B908CA5-908F-4A3E-BB2C-5F83866B0A6C}" srcId="{11CFE0CE-12FA-454C-ABEE-AEFD435BD487}" destId="{A5126A0D-3B3E-4485-8CF4-B5C78D8B49AB}" srcOrd="0" destOrd="0" parTransId="{86375153-07C1-46C7-B40C-46F1A1028BB4}" sibTransId="{8EF35915-EF67-42BC-8E63-DAC2883E3D03}"/>
    <dgm:cxn modelId="{A37046AA-DCEE-43EC-AD20-1CDD4009C047}" type="presOf" srcId="{4A038004-8BD9-4FD0-933A-E224450C48F5}" destId="{C46F9860-5AAD-447E-B695-58EDAB0168B7}" srcOrd="0" destOrd="0" presId="urn:diagrams.loki3.com/BracketList"/>
    <dgm:cxn modelId="{FEAA91B0-FDF8-4567-A0BD-5FC18156F583}" type="presOf" srcId="{11CFE0CE-12FA-454C-ABEE-AEFD435BD487}" destId="{B2803942-CD4D-40AF-8CF2-260B66C2BBE7}" srcOrd="0" destOrd="0" presId="urn:diagrams.loki3.com/BracketList"/>
    <dgm:cxn modelId="{5E8405C8-6F5C-40C7-93F5-6C6E7B40A1E6}" srcId="{035F99AC-61AE-4533-B301-1B7C6CE99B9B}" destId="{5D1DD599-6A28-482F-A182-DBCE122D79EA}" srcOrd="1" destOrd="0" parTransId="{0412BDD4-DE3B-4C9B-AFC5-C035B16B6C77}" sibTransId="{5C24CF4C-CB29-4EA3-97DA-9FF88F1AA45E}"/>
    <dgm:cxn modelId="{1D13D4D9-DB3F-40F3-B9D9-A2CC06A8ED1E}" srcId="{11CFE0CE-12FA-454C-ABEE-AEFD435BD487}" destId="{035F99AC-61AE-4533-B301-1B7C6CE99B9B}" srcOrd="1" destOrd="0" parTransId="{C084A6B5-EB06-43BC-9018-316687BB18D5}" sibTransId="{17F4A263-2213-4049-B42C-F4EF505AD4E9}"/>
    <dgm:cxn modelId="{83AEACDB-1CD9-4BD2-A1C2-D902E02F04D5}" type="presOf" srcId="{035F99AC-61AE-4533-B301-1B7C6CE99B9B}" destId="{3335FF0B-A634-4311-9AA9-59B2D05350BB}" srcOrd="0" destOrd="0" presId="urn:diagrams.loki3.com/BracketList"/>
    <dgm:cxn modelId="{27FC8DDE-3563-4947-847C-5253C874EDF4}" type="presOf" srcId="{A5126A0D-3B3E-4485-8CF4-B5C78D8B49AB}" destId="{5B66D57C-AD5C-4672-8F48-836A1A09AE01}" srcOrd="0" destOrd="0" presId="urn:diagrams.loki3.com/BracketList"/>
    <dgm:cxn modelId="{981B9FF9-B368-4B70-8B60-45CB71D3648F}" type="presOf" srcId="{8AC4B830-F29D-453C-AAF1-4CA3E6A8B514}" destId="{479F94A8-09E3-4302-8EB9-221C353F006C}" srcOrd="0" destOrd="0" presId="urn:diagrams.loki3.com/BracketList"/>
    <dgm:cxn modelId="{B3A40DB7-F82C-46FD-AD13-A1DFF1F569A3}" type="presParOf" srcId="{B2803942-CD4D-40AF-8CF2-260B66C2BBE7}" destId="{66A19EDD-8B25-444C-B264-EBDFCC0C0650}" srcOrd="0" destOrd="0" presId="urn:diagrams.loki3.com/BracketList"/>
    <dgm:cxn modelId="{0F193AFA-BD06-4F7E-99A5-E36D7583E16B}" type="presParOf" srcId="{66A19EDD-8B25-444C-B264-EBDFCC0C0650}" destId="{5B66D57C-AD5C-4672-8F48-836A1A09AE01}" srcOrd="0" destOrd="0" presId="urn:diagrams.loki3.com/BracketList"/>
    <dgm:cxn modelId="{A8CAA21C-C5A2-4CCE-9E02-57EC74FC15D5}" type="presParOf" srcId="{66A19EDD-8B25-444C-B264-EBDFCC0C0650}" destId="{CFEC104C-E5FE-4CC5-BABD-1FABC1A39BE9}" srcOrd="1" destOrd="0" presId="urn:diagrams.loki3.com/BracketList"/>
    <dgm:cxn modelId="{5EFF197D-44BE-4D38-A8C4-A4A58A88D475}" type="presParOf" srcId="{66A19EDD-8B25-444C-B264-EBDFCC0C0650}" destId="{98900EC7-61B4-4B90-A0FD-551CBF5DD13D}" srcOrd="2" destOrd="0" presId="urn:diagrams.loki3.com/BracketList"/>
    <dgm:cxn modelId="{DE4F7379-DF85-4CBF-B9CE-912E4A0FAB7E}" type="presParOf" srcId="{66A19EDD-8B25-444C-B264-EBDFCC0C0650}" destId="{479F94A8-09E3-4302-8EB9-221C353F006C}" srcOrd="3" destOrd="0" presId="urn:diagrams.loki3.com/BracketList"/>
    <dgm:cxn modelId="{1C3423C7-E032-4698-9343-2560051C7546}" type="presParOf" srcId="{B2803942-CD4D-40AF-8CF2-260B66C2BBE7}" destId="{4410C966-2B8F-4003-9B51-93678E456EDE}" srcOrd="1" destOrd="0" presId="urn:diagrams.loki3.com/BracketList"/>
    <dgm:cxn modelId="{CE9D02E6-1303-4281-BD8D-6E5D39831A57}" type="presParOf" srcId="{B2803942-CD4D-40AF-8CF2-260B66C2BBE7}" destId="{538B779D-C298-4E27-B0B5-5BF71EE4FC76}" srcOrd="2" destOrd="0" presId="urn:diagrams.loki3.com/BracketList"/>
    <dgm:cxn modelId="{B8C6FED9-A353-46E8-BBFA-CD4F364C16F5}" type="presParOf" srcId="{538B779D-C298-4E27-B0B5-5BF71EE4FC76}" destId="{3335FF0B-A634-4311-9AA9-59B2D05350BB}" srcOrd="0" destOrd="0" presId="urn:diagrams.loki3.com/BracketList"/>
    <dgm:cxn modelId="{7B18AB24-602B-47EA-AC0C-E8B1566E7493}" type="presParOf" srcId="{538B779D-C298-4E27-B0B5-5BF71EE4FC76}" destId="{35FB1B69-5C96-4D86-A32A-339009B775D1}" srcOrd="1" destOrd="0" presId="urn:diagrams.loki3.com/BracketList"/>
    <dgm:cxn modelId="{9AEEB647-BEB0-4B35-8AB9-4C975EE1FC55}" type="presParOf" srcId="{538B779D-C298-4E27-B0B5-5BF71EE4FC76}" destId="{AB685444-B79A-4E17-BB9F-11B874862DA8}" srcOrd="2" destOrd="0" presId="urn:diagrams.loki3.com/BracketList"/>
    <dgm:cxn modelId="{86095A8C-52CB-4EC4-83D1-61AC631DE51F}" type="presParOf" srcId="{538B779D-C298-4E27-B0B5-5BF71EE4FC76}" destId="{C46F9860-5AAD-447E-B695-58EDAB0168B7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9CE434-31E8-4535-AC2C-957C9CE72395}" type="doc">
      <dgm:prSet loTypeId="urn:diagrams.loki3.com/BracketLis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AU"/>
        </a:p>
      </dgm:t>
    </dgm:pt>
    <dgm:pt modelId="{4AE9DFB9-EB40-499F-AED6-C6E6D9D4CFBE}">
      <dgm:prSet/>
      <dgm:spPr/>
      <dgm:t>
        <a:bodyPr/>
        <a:lstStyle/>
        <a:p>
          <a:r>
            <a:rPr lang="en-AU"/>
            <a:t>4D BIM Capabilities</a:t>
          </a:r>
        </a:p>
      </dgm:t>
    </dgm:pt>
    <dgm:pt modelId="{E6425788-FA6A-4C2F-A78D-D1E78780351C}" type="parTrans" cxnId="{34097E38-E8CF-4688-B02A-D5FD82DCF80E}">
      <dgm:prSet/>
      <dgm:spPr/>
      <dgm:t>
        <a:bodyPr/>
        <a:lstStyle/>
        <a:p>
          <a:endParaRPr lang="en-AU"/>
        </a:p>
      </dgm:t>
    </dgm:pt>
    <dgm:pt modelId="{C4DC7155-DD89-4E6B-9AA6-7CBAB8030E60}" type="sibTrans" cxnId="{34097E38-E8CF-4688-B02A-D5FD82DCF80E}">
      <dgm:prSet/>
      <dgm:spPr/>
      <dgm:t>
        <a:bodyPr/>
        <a:lstStyle/>
        <a:p>
          <a:endParaRPr lang="en-AU"/>
        </a:p>
      </dgm:t>
    </dgm:pt>
    <dgm:pt modelId="{3A4AC122-1E64-4831-BEE6-B3A1F58499EE}">
      <dgm:prSet/>
      <dgm:spPr/>
      <dgm:t>
        <a:bodyPr/>
        <a:lstStyle/>
        <a:p>
          <a:r>
            <a:rPr lang="en-AU" dirty="0"/>
            <a:t>Data Integration and Visualisation (combines 3D/4D project data and provides visual dashboards for activity-level monitoring)</a:t>
          </a:r>
        </a:p>
      </dgm:t>
    </dgm:pt>
    <dgm:pt modelId="{83978C70-0D17-4164-9E71-6E61C2D0065E}" type="parTrans" cxnId="{28ADCBF4-6F0F-4038-8069-E64FA33840B7}">
      <dgm:prSet/>
      <dgm:spPr/>
      <dgm:t>
        <a:bodyPr/>
        <a:lstStyle/>
        <a:p>
          <a:endParaRPr lang="en-AU"/>
        </a:p>
      </dgm:t>
    </dgm:pt>
    <dgm:pt modelId="{A1175375-CE6D-4FF2-AF1A-FC11B0774ADD}" type="sibTrans" cxnId="{28ADCBF4-6F0F-4038-8069-E64FA33840B7}">
      <dgm:prSet/>
      <dgm:spPr/>
      <dgm:t>
        <a:bodyPr/>
        <a:lstStyle/>
        <a:p>
          <a:endParaRPr lang="en-AU"/>
        </a:p>
      </dgm:t>
    </dgm:pt>
    <dgm:pt modelId="{281891B4-F062-481C-8BAD-3EE022AC331A}">
      <dgm:prSet/>
      <dgm:spPr/>
      <dgm:t>
        <a:bodyPr/>
        <a:lstStyle/>
        <a:p>
          <a:r>
            <a:rPr lang="en-AU" dirty="0"/>
            <a:t>Standardised Information Exchange (IFC standards to support structured data sharing across platforms)</a:t>
          </a:r>
        </a:p>
      </dgm:t>
    </dgm:pt>
    <dgm:pt modelId="{883EA592-5163-4C07-BEC3-A94C2BA48BEF}" type="parTrans" cxnId="{8A521A1A-4804-4D74-8A37-DD117DE37BDD}">
      <dgm:prSet/>
      <dgm:spPr/>
      <dgm:t>
        <a:bodyPr/>
        <a:lstStyle/>
        <a:p>
          <a:endParaRPr lang="en-AU"/>
        </a:p>
      </dgm:t>
    </dgm:pt>
    <dgm:pt modelId="{CC4DDCCA-2E71-4BCA-B2D6-7B05A5DD0C68}" type="sibTrans" cxnId="{8A521A1A-4804-4D74-8A37-DD117DE37BDD}">
      <dgm:prSet/>
      <dgm:spPr/>
      <dgm:t>
        <a:bodyPr/>
        <a:lstStyle/>
        <a:p>
          <a:endParaRPr lang="en-AU"/>
        </a:p>
      </dgm:t>
    </dgm:pt>
    <dgm:pt modelId="{F52F277F-E885-4865-89A5-D8481981C5BF}">
      <dgm:prSet/>
      <dgm:spPr/>
      <dgm:t>
        <a:bodyPr/>
        <a:lstStyle/>
        <a:p>
          <a:r>
            <a:rPr lang="en-AU"/>
            <a:t>4D BIM Limitations</a:t>
          </a:r>
        </a:p>
      </dgm:t>
    </dgm:pt>
    <dgm:pt modelId="{7AD125E5-C216-4E36-83CA-41735A935769}" type="parTrans" cxnId="{7B171929-1540-48BC-A7C4-E533BC8EA8C9}">
      <dgm:prSet/>
      <dgm:spPr/>
      <dgm:t>
        <a:bodyPr/>
        <a:lstStyle/>
        <a:p>
          <a:endParaRPr lang="en-AU"/>
        </a:p>
      </dgm:t>
    </dgm:pt>
    <dgm:pt modelId="{1D124868-8B48-4FAF-8D73-C4881C032885}" type="sibTrans" cxnId="{7B171929-1540-48BC-A7C4-E533BC8EA8C9}">
      <dgm:prSet/>
      <dgm:spPr/>
      <dgm:t>
        <a:bodyPr/>
        <a:lstStyle/>
        <a:p>
          <a:endParaRPr lang="en-AU"/>
        </a:p>
      </dgm:t>
    </dgm:pt>
    <dgm:pt modelId="{240D4003-4262-4CA0-B544-13561A94CD37}">
      <dgm:prSet/>
      <dgm:spPr/>
      <dgm:t>
        <a:bodyPr/>
        <a:lstStyle/>
        <a:p>
          <a:r>
            <a:rPr lang="en-AU" dirty="0"/>
            <a:t>Limited Connectivity (lacks real-time integration with IoT, sensors, and external data systems)</a:t>
          </a:r>
        </a:p>
      </dgm:t>
    </dgm:pt>
    <dgm:pt modelId="{A456D6DB-EDB1-4E15-BAD6-A845EA21015E}" type="parTrans" cxnId="{7CC1B300-8C60-4BDC-AB7E-126E41516B43}">
      <dgm:prSet/>
      <dgm:spPr/>
      <dgm:t>
        <a:bodyPr/>
        <a:lstStyle/>
        <a:p>
          <a:endParaRPr lang="en-AU"/>
        </a:p>
      </dgm:t>
    </dgm:pt>
    <dgm:pt modelId="{47E6E1D4-3D45-4B28-AB2D-AC2D052B269C}" type="sibTrans" cxnId="{7CC1B300-8C60-4BDC-AB7E-126E41516B43}">
      <dgm:prSet/>
      <dgm:spPr/>
      <dgm:t>
        <a:bodyPr/>
        <a:lstStyle/>
        <a:p>
          <a:endParaRPr lang="en-AU"/>
        </a:p>
      </dgm:t>
    </dgm:pt>
    <dgm:pt modelId="{8D498EAE-46D9-4237-8FFB-6B213207275E}">
      <dgm:prSet/>
      <dgm:spPr/>
      <dgm:t>
        <a:bodyPr/>
        <a:lstStyle/>
        <a:p>
          <a:r>
            <a:rPr lang="en-AU" dirty="0"/>
            <a:t>Restricted Data Scope (focuses on activity-level information, excluding worker-level or labour market analytics)</a:t>
          </a:r>
        </a:p>
      </dgm:t>
    </dgm:pt>
    <dgm:pt modelId="{27D9BE1F-0AA1-45CD-B58C-9F0AA9D8E6B9}" type="parTrans" cxnId="{6ACACCB0-93E7-4987-AEA8-5A8240413C7E}">
      <dgm:prSet/>
      <dgm:spPr/>
      <dgm:t>
        <a:bodyPr/>
        <a:lstStyle/>
        <a:p>
          <a:endParaRPr lang="en-AU"/>
        </a:p>
      </dgm:t>
    </dgm:pt>
    <dgm:pt modelId="{0DED1713-0154-40CB-97E0-60BD0C9400D7}" type="sibTrans" cxnId="{6ACACCB0-93E7-4987-AEA8-5A8240413C7E}">
      <dgm:prSet/>
      <dgm:spPr/>
      <dgm:t>
        <a:bodyPr/>
        <a:lstStyle/>
        <a:p>
          <a:endParaRPr lang="en-AU"/>
        </a:p>
      </dgm:t>
    </dgm:pt>
    <dgm:pt modelId="{10FDFB4B-A814-4234-B2CB-F501738D6BC6}">
      <dgm:prSet/>
      <dgm:spPr/>
      <dgm:t>
        <a:bodyPr/>
        <a:lstStyle/>
        <a:p>
          <a:r>
            <a:rPr lang="en-AU" dirty="0"/>
            <a:t>Data Quality Dependence (relies on consistency and accuracy of external data sources)</a:t>
          </a:r>
        </a:p>
      </dgm:t>
    </dgm:pt>
    <dgm:pt modelId="{C85A921F-399E-4B45-9FFA-26888B1D53E9}" type="parTrans" cxnId="{DA89EA01-B945-4A2B-ACCC-46FA993A7559}">
      <dgm:prSet/>
      <dgm:spPr/>
      <dgm:t>
        <a:bodyPr/>
        <a:lstStyle/>
        <a:p>
          <a:endParaRPr lang="en-AU"/>
        </a:p>
      </dgm:t>
    </dgm:pt>
    <dgm:pt modelId="{ED5D2E5C-EF9C-4736-AEB8-DAC8309C69B2}" type="sibTrans" cxnId="{DA89EA01-B945-4A2B-ACCC-46FA993A7559}">
      <dgm:prSet/>
      <dgm:spPr/>
      <dgm:t>
        <a:bodyPr/>
        <a:lstStyle/>
        <a:p>
          <a:endParaRPr lang="en-AU"/>
        </a:p>
      </dgm:t>
    </dgm:pt>
    <dgm:pt modelId="{7F0482F9-F4C4-4EF3-A16A-8FB4B3A61E20}" type="pres">
      <dgm:prSet presAssocID="{949CE434-31E8-4535-AC2C-957C9CE72395}" presName="Name0" presStyleCnt="0">
        <dgm:presLayoutVars>
          <dgm:dir/>
          <dgm:animLvl val="lvl"/>
          <dgm:resizeHandles val="exact"/>
        </dgm:presLayoutVars>
      </dgm:prSet>
      <dgm:spPr/>
    </dgm:pt>
    <dgm:pt modelId="{FCBCE7A7-C04C-4B6F-952D-955D856022B6}" type="pres">
      <dgm:prSet presAssocID="{4AE9DFB9-EB40-499F-AED6-C6E6D9D4CFBE}" presName="linNode" presStyleCnt="0"/>
      <dgm:spPr/>
    </dgm:pt>
    <dgm:pt modelId="{7FBEBE37-A84B-483E-8A55-058A59A1AA95}" type="pres">
      <dgm:prSet presAssocID="{4AE9DFB9-EB40-499F-AED6-C6E6D9D4CFBE}" presName="parTx" presStyleLbl="revTx" presStyleIdx="0" presStyleCnt="2">
        <dgm:presLayoutVars>
          <dgm:chMax val="1"/>
          <dgm:bulletEnabled val="1"/>
        </dgm:presLayoutVars>
      </dgm:prSet>
      <dgm:spPr/>
    </dgm:pt>
    <dgm:pt modelId="{8440BF2A-E573-4E1C-B705-4069105A831B}" type="pres">
      <dgm:prSet presAssocID="{4AE9DFB9-EB40-499F-AED6-C6E6D9D4CFBE}" presName="bracket" presStyleLbl="parChTrans1D1" presStyleIdx="0" presStyleCnt="2"/>
      <dgm:spPr/>
    </dgm:pt>
    <dgm:pt modelId="{1D9D2AAE-5202-491A-A2BD-61165B524EC4}" type="pres">
      <dgm:prSet presAssocID="{4AE9DFB9-EB40-499F-AED6-C6E6D9D4CFBE}" presName="spH" presStyleCnt="0"/>
      <dgm:spPr/>
    </dgm:pt>
    <dgm:pt modelId="{C9DDDBA1-834D-42FF-953C-F359DF9284A3}" type="pres">
      <dgm:prSet presAssocID="{4AE9DFB9-EB40-499F-AED6-C6E6D9D4CFBE}" presName="desTx" presStyleLbl="node1" presStyleIdx="0" presStyleCnt="2">
        <dgm:presLayoutVars>
          <dgm:bulletEnabled val="1"/>
        </dgm:presLayoutVars>
      </dgm:prSet>
      <dgm:spPr/>
    </dgm:pt>
    <dgm:pt modelId="{7DDA1EF8-4394-445C-A814-7CE6F6AE37FB}" type="pres">
      <dgm:prSet presAssocID="{C4DC7155-DD89-4E6B-9AA6-7CBAB8030E60}" presName="spV" presStyleCnt="0"/>
      <dgm:spPr/>
    </dgm:pt>
    <dgm:pt modelId="{90E2FA18-69F4-4F0F-A95A-AAA095836538}" type="pres">
      <dgm:prSet presAssocID="{F52F277F-E885-4865-89A5-D8481981C5BF}" presName="linNode" presStyleCnt="0"/>
      <dgm:spPr/>
    </dgm:pt>
    <dgm:pt modelId="{10717143-E3DD-4F3E-8B61-7E8B679BA322}" type="pres">
      <dgm:prSet presAssocID="{F52F277F-E885-4865-89A5-D8481981C5BF}" presName="parTx" presStyleLbl="revTx" presStyleIdx="1" presStyleCnt="2">
        <dgm:presLayoutVars>
          <dgm:chMax val="1"/>
          <dgm:bulletEnabled val="1"/>
        </dgm:presLayoutVars>
      </dgm:prSet>
      <dgm:spPr/>
    </dgm:pt>
    <dgm:pt modelId="{B4F80162-3082-476C-8843-615A27590102}" type="pres">
      <dgm:prSet presAssocID="{F52F277F-E885-4865-89A5-D8481981C5BF}" presName="bracket" presStyleLbl="parChTrans1D1" presStyleIdx="1" presStyleCnt="2"/>
      <dgm:spPr/>
    </dgm:pt>
    <dgm:pt modelId="{8BDAD570-5D85-4A16-8C8F-C436D1E60C7E}" type="pres">
      <dgm:prSet presAssocID="{F52F277F-E885-4865-89A5-D8481981C5BF}" presName="spH" presStyleCnt="0"/>
      <dgm:spPr/>
    </dgm:pt>
    <dgm:pt modelId="{39E7959B-6220-42CA-80D5-04A9E52416DF}" type="pres">
      <dgm:prSet presAssocID="{F52F277F-E885-4865-89A5-D8481981C5BF}" presName="desTx" presStyleLbl="node1" presStyleIdx="1" presStyleCnt="2">
        <dgm:presLayoutVars>
          <dgm:bulletEnabled val="1"/>
        </dgm:presLayoutVars>
      </dgm:prSet>
      <dgm:spPr/>
    </dgm:pt>
  </dgm:ptLst>
  <dgm:cxnLst>
    <dgm:cxn modelId="{7CC1B300-8C60-4BDC-AB7E-126E41516B43}" srcId="{F52F277F-E885-4865-89A5-D8481981C5BF}" destId="{240D4003-4262-4CA0-B544-13561A94CD37}" srcOrd="0" destOrd="0" parTransId="{A456D6DB-EDB1-4E15-BAD6-A845EA21015E}" sibTransId="{47E6E1D4-3D45-4B28-AB2D-AC2D052B269C}"/>
    <dgm:cxn modelId="{DA89EA01-B945-4A2B-ACCC-46FA993A7559}" srcId="{F52F277F-E885-4865-89A5-D8481981C5BF}" destId="{10FDFB4B-A814-4234-B2CB-F501738D6BC6}" srcOrd="2" destOrd="0" parTransId="{C85A921F-399E-4B45-9FFA-26888B1D53E9}" sibTransId="{ED5D2E5C-EF9C-4736-AEB8-DAC8309C69B2}"/>
    <dgm:cxn modelId="{A23D5A0B-6E36-4823-9C38-CD7D79889168}" type="presOf" srcId="{240D4003-4262-4CA0-B544-13561A94CD37}" destId="{39E7959B-6220-42CA-80D5-04A9E52416DF}" srcOrd="0" destOrd="0" presId="urn:diagrams.loki3.com/BracketList"/>
    <dgm:cxn modelId="{8A521A1A-4804-4D74-8A37-DD117DE37BDD}" srcId="{4AE9DFB9-EB40-499F-AED6-C6E6D9D4CFBE}" destId="{281891B4-F062-481C-8BAD-3EE022AC331A}" srcOrd="1" destOrd="0" parTransId="{883EA592-5163-4C07-BEC3-A94C2BA48BEF}" sibTransId="{CC4DDCCA-2E71-4BCA-B2D6-7B05A5DD0C68}"/>
    <dgm:cxn modelId="{7B171929-1540-48BC-A7C4-E533BC8EA8C9}" srcId="{949CE434-31E8-4535-AC2C-957C9CE72395}" destId="{F52F277F-E885-4865-89A5-D8481981C5BF}" srcOrd="1" destOrd="0" parTransId="{7AD125E5-C216-4E36-83CA-41735A935769}" sibTransId="{1D124868-8B48-4FAF-8D73-C4881C032885}"/>
    <dgm:cxn modelId="{34097E38-E8CF-4688-B02A-D5FD82DCF80E}" srcId="{949CE434-31E8-4535-AC2C-957C9CE72395}" destId="{4AE9DFB9-EB40-499F-AED6-C6E6D9D4CFBE}" srcOrd="0" destOrd="0" parTransId="{E6425788-FA6A-4C2F-A78D-D1E78780351C}" sibTransId="{C4DC7155-DD89-4E6B-9AA6-7CBAB8030E60}"/>
    <dgm:cxn modelId="{4ADE213B-9FE5-499D-9D58-E42279AD0BAF}" type="presOf" srcId="{3A4AC122-1E64-4831-BEE6-B3A1F58499EE}" destId="{C9DDDBA1-834D-42FF-953C-F359DF9284A3}" srcOrd="0" destOrd="0" presId="urn:diagrams.loki3.com/BracketList"/>
    <dgm:cxn modelId="{CDB86943-F7A7-4E7F-A524-53773C60F5BB}" type="presOf" srcId="{281891B4-F062-481C-8BAD-3EE022AC331A}" destId="{C9DDDBA1-834D-42FF-953C-F359DF9284A3}" srcOrd="0" destOrd="1" presId="urn:diagrams.loki3.com/BracketList"/>
    <dgm:cxn modelId="{C2C22051-810D-443E-BD41-388404D3AD9D}" type="presOf" srcId="{F52F277F-E885-4865-89A5-D8481981C5BF}" destId="{10717143-E3DD-4F3E-8B61-7E8B679BA322}" srcOrd="0" destOrd="0" presId="urn:diagrams.loki3.com/BracketList"/>
    <dgm:cxn modelId="{B305EA53-257F-444E-94BF-C3E355A481CD}" type="presOf" srcId="{949CE434-31E8-4535-AC2C-957C9CE72395}" destId="{7F0482F9-F4C4-4EF3-A16A-8FB4B3A61E20}" srcOrd="0" destOrd="0" presId="urn:diagrams.loki3.com/BracketList"/>
    <dgm:cxn modelId="{3E45D4A2-466D-41D9-B1CE-CEF1B5DE8075}" type="presOf" srcId="{4AE9DFB9-EB40-499F-AED6-C6E6D9D4CFBE}" destId="{7FBEBE37-A84B-483E-8A55-058A59A1AA95}" srcOrd="0" destOrd="0" presId="urn:diagrams.loki3.com/BracketList"/>
    <dgm:cxn modelId="{A99553A4-9E87-43E9-82A9-A132DFF09746}" type="presOf" srcId="{10FDFB4B-A814-4234-B2CB-F501738D6BC6}" destId="{39E7959B-6220-42CA-80D5-04A9E52416DF}" srcOrd="0" destOrd="2" presId="urn:diagrams.loki3.com/BracketList"/>
    <dgm:cxn modelId="{6ACACCB0-93E7-4987-AEA8-5A8240413C7E}" srcId="{F52F277F-E885-4865-89A5-D8481981C5BF}" destId="{8D498EAE-46D9-4237-8FFB-6B213207275E}" srcOrd="1" destOrd="0" parTransId="{27D9BE1F-0AA1-45CD-B58C-9F0AA9D8E6B9}" sibTransId="{0DED1713-0154-40CB-97E0-60BD0C9400D7}"/>
    <dgm:cxn modelId="{5F74EFE3-5860-4F24-B1C4-A9CD40B06E9C}" type="presOf" srcId="{8D498EAE-46D9-4237-8FFB-6B213207275E}" destId="{39E7959B-6220-42CA-80D5-04A9E52416DF}" srcOrd="0" destOrd="1" presId="urn:diagrams.loki3.com/BracketList"/>
    <dgm:cxn modelId="{28ADCBF4-6F0F-4038-8069-E64FA33840B7}" srcId="{4AE9DFB9-EB40-499F-AED6-C6E6D9D4CFBE}" destId="{3A4AC122-1E64-4831-BEE6-B3A1F58499EE}" srcOrd="0" destOrd="0" parTransId="{83978C70-0D17-4164-9E71-6E61C2D0065E}" sibTransId="{A1175375-CE6D-4FF2-AF1A-FC11B0774ADD}"/>
    <dgm:cxn modelId="{ABA82CC1-876A-4C67-BB0F-CB98AAEEF89B}" type="presParOf" srcId="{7F0482F9-F4C4-4EF3-A16A-8FB4B3A61E20}" destId="{FCBCE7A7-C04C-4B6F-952D-955D856022B6}" srcOrd="0" destOrd="0" presId="urn:diagrams.loki3.com/BracketList"/>
    <dgm:cxn modelId="{CF00114E-3C6A-4DAA-AEE7-A4446BC7DF6C}" type="presParOf" srcId="{FCBCE7A7-C04C-4B6F-952D-955D856022B6}" destId="{7FBEBE37-A84B-483E-8A55-058A59A1AA95}" srcOrd="0" destOrd="0" presId="urn:diagrams.loki3.com/BracketList"/>
    <dgm:cxn modelId="{11CFBAB5-423D-453B-B542-2AA94F83F047}" type="presParOf" srcId="{FCBCE7A7-C04C-4B6F-952D-955D856022B6}" destId="{8440BF2A-E573-4E1C-B705-4069105A831B}" srcOrd="1" destOrd="0" presId="urn:diagrams.loki3.com/BracketList"/>
    <dgm:cxn modelId="{4146B8A8-D526-4E69-B8B1-0B2AF4A86117}" type="presParOf" srcId="{FCBCE7A7-C04C-4B6F-952D-955D856022B6}" destId="{1D9D2AAE-5202-491A-A2BD-61165B524EC4}" srcOrd="2" destOrd="0" presId="urn:diagrams.loki3.com/BracketList"/>
    <dgm:cxn modelId="{755ADA08-F8E7-441A-B166-689EAE963A41}" type="presParOf" srcId="{FCBCE7A7-C04C-4B6F-952D-955D856022B6}" destId="{C9DDDBA1-834D-42FF-953C-F359DF9284A3}" srcOrd="3" destOrd="0" presId="urn:diagrams.loki3.com/BracketList"/>
    <dgm:cxn modelId="{82DBF994-9195-480D-9E12-E03A642156DF}" type="presParOf" srcId="{7F0482F9-F4C4-4EF3-A16A-8FB4B3A61E20}" destId="{7DDA1EF8-4394-445C-A814-7CE6F6AE37FB}" srcOrd="1" destOrd="0" presId="urn:diagrams.loki3.com/BracketList"/>
    <dgm:cxn modelId="{48739E02-BB69-4734-87BC-BA1093CF6C3D}" type="presParOf" srcId="{7F0482F9-F4C4-4EF3-A16A-8FB4B3A61E20}" destId="{90E2FA18-69F4-4F0F-A95A-AAA095836538}" srcOrd="2" destOrd="0" presId="urn:diagrams.loki3.com/BracketList"/>
    <dgm:cxn modelId="{4D383654-E611-446E-A859-A1CD7D21033B}" type="presParOf" srcId="{90E2FA18-69F4-4F0F-A95A-AAA095836538}" destId="{10717143-E3DD-4F3E-8B61-7E8B679BA322}" srcOrd="0" destOrd="0" presId="urn:diagrams.loki3.com/BracketList"/>
    <dgm:cxn modelId="{77305AC9-8FA0-4490-AA05-D7BC38DEB8CF}" type="presParOf" srcId="{90E2FA18-69F4-4F0F-A95A-AAA095836538}" destId="{B4F80162-3082-476C-8843-615A27590102}" srcOrd="1" destOrd="0" presId="urn:diagrams.loki3.com/BracketList"/>
    <dgm:cxn modelId="{15696F85-33FC-42A0-8AB9-D8322F6C28D1}" type="presParOf" srcId="{90E2FA18-69F4-4F0F-A95A-AAA095836538}" destId="{8BDAD570-5D85-4A16-8C8F-C436D1E60C7E}" srcOrd="2" destOrd="0" presId="urn:diagrams.loki3.com/BracketList"/>
    <dgm:cxn modelId="{6EE3AF07-90A1-4CF2-9923-E3C358CA9268}" type="presParOf" srcId="{90E2FA18-69F4-4F0F-A95A-AAA095836538}" destId="{39E7959B-6220-42CA-80D5-04A9E52416DF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F095AD-1FF9-4A1A-8927-101AE32D869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29E44389-16D8-4530-B115-7867017C9E4A}">
      <dgm:prSet/>
      <dgm:spPr/>
      <dgm:t>
        <a:bodyPr/>
        <a:lstStyle/>
        <a:p>
          <a:r>
            <a:rPr lang="en-AU" b="1" dirty="0"/>
            <a:t>Inefficient Planning &amp; Allocation </a:t>
          </a:r>
        </a:p>
      </dgm:t>
    </dgm:pt>
    <dgm:pt modelId="{CF0818CB-6383-493D-AA2B-42A357434667}" type="parTrans" cxnId="{084B191F-F8C5-4DE1-A99D-877282D51011}">
      <dgm:prSet/>
      <dgm:spPr/>
      <dgm:t>
        <a:bodyPr/>
        <a:lstStyle/>
        <a:p>
          <a:endParaRPr lang="en-AU"/>
        </a:p>
      </dgm:t>
    </dgm:pt>
    <dgm:pt modelId="{B7C68AEC-3C51-4248-AC50-1B993EA339B8}" type="sibTrans" cxnId="{084B191F-F8C5-4DE1-A99D-877282D51011}">
      <dgm:prSet/>
      <dgm:spPr/>
      <dgm:t>
        <a:bodyPr/>
        <a:lstStyle/>
        <a:p>
          <a:endParaRPr lang="en-AU"/>
        </a:p>
      </dgm:t>
    </dgm:pt>
    <dgm:pt modelId="{F1351C58-5513-4771-A237-80D8BC50FEB2}">
      <dgm:prSet/>
      <dgm:spPr/>
      <dgm:t>
        <a:bodyPr/>
        <a:lstStyle/>
        <a:p>
          <a:r>
            <a:rPr lang="en-US" dirty="0"/>
            <a:t>Neural Networks</a:t>
          </a:r>
          <a:endParaRPr lang="en-AU" dirty="0"/>
        </a:p>
      </dgm:t>
    </dgm:pt>
    <dgm:pt modelId="{EC4B237A-5F3F-4501-9631-5F251EB46C66}" type="parTrans" cxnId="{7DFBD59E-C3B2-4381-91FF-DBF34DA3D235}">
      <dgm:prSet/>
      <dgm:spPr/>
      <dgm:t>
        <a:bodyPr/>
        <a:lstStyle/>
        <a:p>
          <a:endParaRPr lang="en-AU"/>
        </a:p>
      </dgm:t>
    </dgm:pt>
    <dgm:pt modelId="{4375FB12-E232-4E4C-96CB-C1B7065E2CF3}" type="sibTrans" cxnId="{7DFBD59E-C3B2-4381-91FF-DBF34DA3D235}">
      <dgm:prSet/>
      <dgm:spPr/>
      <dgm:t>
        <a:bodyPr/>
        <a:lstStyle/>
        <a:p>
          <a:endParaRPr lang="en-AU"/>
        </a:p>
      </dgm:t>
    </dgm:pt>
    <dgm:pt modelId="{33353283-4E85-439A-9E94-CA2A6CB6A903}">
      <dgm:prSet/>
      <dgm:spPr/>
      <dgm:t>
        <a:bodyPr/>
        <a:lstStyle/>
        <a:p>
          <a:r>
            <a:rPr lang="en-AU" b="1" dirty="0"/>
            <a:t>Communication &amp; Coordination Issues</a:t>
          </a:r>
        </a:p>
      </dgm:t>
    </dgm:pt>
    <dgm:pt modelId="{7E5A7C2C-7FA8-404F-845E-643771823D9F}" type="parTrans" cxnId="{ACB31C67-A049-49EF-B26C-52072788DA08}">
      <dgm:prSet/>
      <dgm:spPr/>
      <dgm:t>
        <a:bodyPr/>
        <a:lstStyle/>
        <a:p>
          <a:endParaRPr lang="en-AU"/>
        </a:p>
      </dgm:t>
    </dgm:pt>
    <dgm:pt modelId="{1839CCAF-6258-4E35-9CDB-D774466271C4}" type="sibTrans" cxnId="{ACB31C67-A049-49EF-B26C-52072788DA08}">
      <dgm:prSet/>
      <dgm:spPr/>
      <dgm:t>
        <a:bodyPr/>
        <a:lstStyle/>
        <a:p>
          <a:endParaRPr lang="en-AU"/>
        </a:p>
      </dgm:t>
    </dgm:pt>
    <dgm:pt modelId="{09DD8BC6-2605-4662-8E5F-372E3B05AA13}">
      <dgm:prSet/>
      <dgm:spPr/>
      <dgm:t>
        <a:bodyPr/>
        <a:lstStyle/>
        <a:p>
          <a:r>
            <a:rPr lang="en-US" dirty="0"/>
            <a:t>Natural Language Processing (NLP)</a:t>
          </a:r>
          <a:endParaRPr lang="en-AU" dirty="0"/>
        </a:p>
      </dgm:t>
    </dgm:pt>
    <dgm:pt modelId="{2A140402-A53C-4602-867C-C611578A79A3}" type="parTrans" cxnId="{4B682647-DC33-4086-8905-56A59910D191}">
      <dgm:prSet/>
      <dgm:spPr/>
      <dgm:t>
        <a:bodyPr/>
        <a:lstStyle/>
        <a:p>
          <a:endParaRPr lang="en-AU"/>
        </a:p>
      </dgm:t>
    </dgm:pt>
    <dgm:pt modelId="{C468736D-23EA-4424-BA8A-9078AA47DDB8}" type="sibTrans" cxnId="{4B682647-DC33-4086-8905-56A59910D191}">
      <dgm:prSet/>
      <dgm:spPr/>
      <dgm:t>
        <a:bodyPr/>
        <a:lstStyle/>
        <a:p>
          <a:endParaRPr lang="en-AU"/>
        </a:p>
      </dgm:t>
    </dgm:pt>
    <dgm:pt modelId="{61C5718E-F81C-4482-A82E-2347ACAAE070}">
      <dgm:prSet/>
      <dgm:spPr/>
      <dgm:t>
        <a:bodyPr/>
        <a:lstStyle/>
        <a:p>
          <a:r>
            <a:rPr lang="en-AU" b="1" dirty="0"/>
            <a:t>Fragmented Data &amp; Process</a:t>
          </a:r>
        </a:p>
      </dgm:t>
    </dgm:pt>
    <dgm:pt modelId="{861A8014-7B37-49B3-87A9-97E0C8DA2413}" type="parTrans" cxnId="{99D79B1A-581D-4F5C-B242-FC6F1E638EC5}">
      <dgm:prSet/>
      <dgm:spPr/>
      <dgm:t>
        <a:bodyPr/>
        <a:lstStyle/>
        <a:p>
          <a:endParaRPr lang="en-AU"/>
        </a:p>
      </dgm:t>
    </dgm:pt>
    <dgm:pt modelId="{1084F057-5371-4554-9C9A-109FB87A4AF1}" type="sibTrans" cxnId="{99D79B1A-581D-4F5C-B242-FC6F1E638EC5}">
      <dgm:prSet/>
      <dgm:spPr/>
      <dgm:t>
        <a:bodyPr/>
        <a:lstStyle/>
        <a:p>
          <a:endParaRPr lang="en-AU"/>
        </a:p>
      </dgm:t>
    </dgm:pt>
    <dgm:pt modelId="{F0BAD14E-FB95-48D9-8D5F-DD8AF014A6AE}">
      <dgm:prSet/>
      <dgm:spPr/>
      <dgm:t>
        <a:bodyPr/>
        <a:lstStyle/>
        <a:p>
          <a:r>
            <a:rPr lang="en-US" dirty="0"/>
            <a:t>Microservices</a:t>
          </a:r>
          <a:endParaRPr lang="en-AU" dirty="0"/>
        </a:p>
      </dgm:t>
    </dgm:pt>
    <dgm:pt modelId="{D604CAE0-6D39-4ACF-AA32-429BF99A4F47}" type="parTrans" cxnId="{6667BC7D-D89B-4300-B95A-AA8686CBADFE}">
      <dgm:prSet/>
      <dgm:spPr/>
      <dgm:t>
        <a:bodyPr/>
        <a:lstStyle/>
        <a:p>
          <a:endParaRPr lang="en-AU"/>
        </a:p>
      </dgm:t>
    </dgm:pt>
    <dgm:pt modelId="{62B9D95E-B2F9-42EE-B237-6A6F6126BDB9}" type="sibTrans" cxnId="{6667BC7D-D89B-4300-B95A-AA8686CBADFE}">
      <dgm:prSet/>
      <dgm:spPr/>
      <dgm:t>
        <a:bodyPr/>
        <a:lstStyle/>
        <a:p>
          <a:endParaRPr lang="en-AU"/>
        </a:p>
      </dgm:t>
    </dgm:pt>
    <dgm:pt modelId="{9ED409A8-DE25-43D3-A100-4883EF960206}">
      <dgm:prSet/>
      <dgm:spPr/>
      <dgm:t>
        <a:bodyPr/>
        <a:lstStyle/>
        <a:p>
          <a:r>
            <a:rPr lang="en-US" dirty="0"/>
            <a:t>Fuzzy Logic</a:t>
          </a:r>
          <a:endParaRPr lang="en-AU" dirty="0"/>
        </a:p>
      </dgm:t>
    </dgm:pt>
    <dgm:pt modelId="{528DFEC4-CB8F-45BC-9E0B-4E99EAEB7CDC}" type="parTrans" cxnId="{4CB47821-964F-464B-AA29-9E66B558BEF5}">
      <dgm:prSet/>
      <dgm:spPr/>
      <dgm:t>
        <a:bodyPr/>
        <a:lstStyle/>
        <a:p>
          <a:endParaRPr lang="en-AU"/>
        </a:p>
      </dgm:t>
    </dgm:pt>
    <dgm:pt modelId="{D2BC1E70-FCDE-43B8-B239-71217C7F8AF3}" type="sibTrans" cxnId="{4CB47821-964F-464B-AA29-9E66B558BEF5}">
      <dgm:prSet/>
      <dgm:spPr/>
      <dgm:t>
        <a:bodyPr/>
        <a:lstStyle/>
        <a:p>
          <a:endParaRPr lang="en-AU"/>
        </a:p>
      </dgm:t>
    </dgm:pt>
    <dgm:pt modelId="{C1BDB02D-5064-4010-A309-C07489AD39DD}">
      <dgm:prSet/>
      <dgm:spPr/>
      <dgm:t>
        <a:bodyPr/>
        <a:lstStyle/>
        <a:p>
          <a:r>
            <a:rPr lang="en-US" dirty="0"/>
            <a:t>Predictive Analytics and Machine Learning</a:t>
          </a:r>
          <a:endParaRPr lang="en-AU" dirty="0"/>
        </a:p>
      </dgm:t>
    </dgm:pt>
    <dgm:pt modelId="{22B9A712-3C24-4E64-B712-03CF3DD14EDA}" type="parTrans" cxnId="{605FEE30-85D3-49C0-9EFE-C2D849D525EF}">
      <dgm:prSet/>
      <dgm:spPr/>
      <dgm:t>
        <a:bodyPr/>
        <a:lstStyle/>
        <a:p>
          <a:endParaRPr lang="en-AU"/>
        </a:p>
      </dgm:t>
    </dgm:pt>
    <dgm:pt modelId="{CDD5A357-D109-42BB-BC80-F337B1ADA8E9}" type="sibTrans" cxnId="{605FEE30-85D3-49C0-9EFE-C2D849D525EF}">
      <dgm:prSet/>
      <dgm:spPr/>
      <dgm:t>
        <a:bodyPr/>
        <a:lstStyle/>
        <a:p>
          <a:endParaRPr lang="en-AU"/>
        </a:p>
      </dgm:t>
    </dgm:pt>
    <dgm:pt modelId="{2E5D23C5-3926-4534-B1EE-0978FB1D77CE}">
      <dgm:prSet/>
      <dgm:spPr/>
      <dgm:t>
        <a:bodyPr/>
        <a:lstStyle/>
        <a:p>
          <a:r>
            <a:rPr lang="en-US" dirty="0"/>
            <a:t>Genetic Algorithms (GA)</a:t>
          </a:r>
          <a:endParaRPr lang="en-AU" dirty="0"/>
        </a:p>
      </dgm:t>
    </dgm:pt>
    <dgm:pt modelId="{C75D5A72-4F95-41E5-AB77-62F8305D683D}" type="parTrans" cxnId="{0D7D537B-D303-4723-B997-5862D9E7718B}">
      <dgm:prSet/>
      <dgm:spPr/>
      <dgm:t>
        <a:bodyPr/>
        <a:lstStyle/>
        <a:p>
          <a:endParaRPr lang="en-AU"/>
        </a:p>
      </dgm:t>
    </dgm:pt>
    <dgm:pt modelId="{80755B52-744C-4E20-AA50-5A5D9197FDDF}" type="sibTrans" cxnId="{0D7D537B-D303-4723-B997-5862D9E7718B}">
      <dgm:prSet/>
      <dgm:spPr/>
      <dgm:t>
        <a:bodyPr/>
        <a:lstStyle/>
        <a:p>
          <a:endParaRPr lang="en-AU"/>
        </a:p>
      </dgm:t>
    </dgm:pt>
    <dgm:pt modelId="{AD5ED212-A37D-47A5-8784-D0D5EC495EDF}">
      <dgm:prSet/>
      <dgm:spPr/>
      <dgm:t>
        <a:bodyPr/>
        <a:lstStyle/>
        <a:p>
          <a:r>
            <a:rPr lang="en-US" dirty="0"/>
            <a:t>Heuristic Optimization</a:t>
          </a:r>
          <a:endParaRPr lang="en-AU" dirty="0"/>
        </a:p>
      </dgm:t>
    </dgm:pt>
    <dgm:pt modelId="{E288D814-7669-491D-BFB2-B4A48B44C8BF}" type="parTrans" cxnId="{68449D58-24B0-4830-9104-F4E46599E458}">
      <dgm:prSet/>
      <dgm:spPr/>
      <dgm:t>
        <a:bodyPr/>
        <a:lstStyle/>
        <a:p>
          <a:endParaRPr lang="en-AU"/>
        </a:p>
      </dgm:t>
    </dgm:pt>
    <dgm:pt modelId="{2C6CB54A-EBFD-4C27-AE8E-CF7B99EB8DF7}" type="sibTrans" cxnId="{68449D58-24B0-4830-9104-F4E46599E458}">
      <dgm:prSet/>
      <dgm:spPr/>
      <dgm:t>
        <a:bodyPr/>
        <a:lstStyle/>
        <a:p>
          <a:endParaRPr lang="en-AU"/>
        </a:p>
      </dgm:t>
    </dgm:pt>
    <dgm:pt modelId="{CF85DA22-FCB6-46AB-B3E4-2B9D424BD3C4}">
      <dgm:prSet/>
      <dgm:spPr/>
      <dgm:t>
        <a:bodyPr/>
        <a:lstStyle/>
        <a:p>
          <a:r>
            <a:rPr lang="en-US" dirty="0" err="1"/>
            <a:t>Optimisation</a:t>
          </a:r>
          <a:r>
            <a:rPr lang="en-US" dirty="0"/>
            <a:t> Algorithms</a:t>
          </a:r>
          <a:endParaRPr lang="en-AU" dirty="0"/>
        </a:p>
      </dgm:t>
    </dgm:pt>
    <dgm:pt modelId="{9E24E397-ABE2-4B82-9648-13002F0C8F61}" type="parTrans" cxnId="{7938AA96-0D3D-481A-BAFD-27E0B433E00B}">
      <dgm:prSet/>
      <dgm:spPr/>
      <dgm:t>
        <a:bodyPr/>
        <a:lstStyle/>
        <a:p>
          <a:endParaRPr lang="en-AU"/>
        </a:p>
      </dgm:t>
    </dgm:pt>
    <dgm:pt modelId="{155523CA-9777-4CC8-BC33-5B90A44335C8}" type="sibTrans" cxnId="{7938AA96-0D3D-481A-BAFD-27E0B433E00B}">
      <dgm:prSet/>
      <dgm:spPr/>
      <dgm:t>
        <a:bodyPr/>
        <a:lstStyle/>
        <a:p>
          <a:endParaRPr lang="en-AU"/>
        </a:p>
      </dgm:t>
    </dgm:pt>
    <dgm:pt modelId="{4EC33144-D60B-4004-A163-6845DE1BF4CF}">
      <dgm:prSet/>
      <dgm:spPr/>
      <dgm:t>
        <a:bodyPr/>
        <a:lstStyle/>
        <a:p>
          <a:r>
            <a:rPr lang="en-US" dirty="0"/>
            <a:t>Multi-Agent Systems</a:t>
          </a:r>
          <a:endParaRPr lang="en-AU" dirty="0"/>
        </a:p>
      </dgm:t>
    </dgm:pt>
    <dgm:pt modelId="{8B59BEA7-10B6-4C29-AF7E-7F19DF174FA6}" type="parTrans" cxnId="{00162E44-9F78-4639-A02A-A7FBA5DB7F6E}">
      <dgm:prSet/>
      <dgm:spPr/>
      <dgm:t>
        <a:bodyPr/>
        <a:lstStyle/>
        <a:p>
          <a:endParaRPr lang="en-AU"/>
        </a:p>
      </dgm:t>
    </dgm:pt>
    <dgm:pt modelId="{DBD3E9A6-997E-4C77-AA33-96459C4E3325}" type="sibTrans" cxnId="{00162E44-9F78-4639-A02A-A7FBA5DB7F6E}">
      <dgm:prSet/>
      <dgm:spPr/>
      <dgm:t>
        <a:bodyPr/>
        <a:lstStyle/>
        <a:p>
          <a:endParaRPr lang="en-AU"/>
        </a:p>
      </dgm:t>
    </dgm:pt>
    <dgm:pt modelId="{1BDCF4D2-8682-44A8-A14C-4838398092FB}">
      <dgm:prSet/>
      <dgm:spPr/>
      <dgm:t>
        <a:bodyPr/>
        <a:lstStyle/>
        <a:p>
          <a:r>
            <a:rPr lang="en-US" dirty="0"/>
            <a:t>Predictive Scheduling</a:t>
          </a:r>
          <a:endParaRPr lang="en-AU" dirty="0"/>
        </a:p>
      </dgm:t>
    </dgm:pt>
    <dgm:pt modelId="{B60C7F41-65BA-4F78-8340-B334B467F21C}" type="parTrans" cxnId="{D73A372B-C751-48DE-AE22-0D5343568876}">
      <dgm:prSet/>
      <dgm:spPr/>
      <dgm:t>
        <a:bodyPr/>
        <a:lstStyle/>
        <a:p>
          <a:endParaRPr lang="en-AU"/>
        </a:p>
      </dgm:t>
    </dgm:pt>
    <dgm:pt modelId="{566EF91D-61C6-4D85-B6D8-0AAB84532560}" type="sibTrans" cxnId="{D73A372B-C751-48DE-AE22-0D5343568876}">
      <dgm:prSet/>
      <dgm:spPr/>
      <dgm:t>
        <a:bodyPr/>
        <a:lstStyle/>
        <a:p>
          <a:endParaRPr lang="en-AU"/>
        </a:p>
      </dgm:t>
    </dgm:pt>
    <dgm:pt modelId="{148B37A5-162A-4D98-AD58-4F9178D60863}">
      <dgm:prSet/>
      <dgm:spPr/>
      <dgm:t>
        <a:bodyPr/>
        <a:lstStyle/>
        <a:p>
          <a:r>
            <a:rPr lang="en-US" dirty="0"/>
            <a:t>Reinforcement Learning</a:t>
          </a:r>
          <a:endParaRPr lang="en-AU" dirty="0"/>
        </a:p>
      </dgm:t>
    </dgm:pt>
    <dgm:pt modelId="{133B73E9-0082-403F-AC34-7108F63772AE}" type="parTrans" cxnId="{3EFC449D-D83D-435B-816A-40F82A750C99}">
      <dgm:prSet/>
      <dgm:spPr/>
      <dgm:t>
        <a:bodyPr/>
        <a:lstStyle/>
        <a:p>
          <a:endParaRPr lang="en-AU"/>
        </a:p>
      </dgm:t>
    </dgm:pt>
    <dgm:pt modelId="{37C39220-866E-4E39-84BB-1393EA456707}" type="sibTrans" cxnId="{3EFC449D-D83D-435B-816A-40F82A750C99}">
      <dgm:prSet/>
      <dgm:spPr/>
      <dgm:t>
        <a:bodyPr/>
        <a:lstStyle/>
        <a:p>
          <a:endParaRPr lang="en-AU"/>
        </a:p>
      </dgm:t>
    </dgm:pt>
    <dgm:pt modelId="{7A38668B-A604-4A45-80C8-13331F64BDE3}">
      <dgm:prSet/>
      <dgm:spPr/>
      <dgm:t>
        <a:bodyPr/>
        <a:lstStyle/>
        <a:p>
          <a:r>
            <a:rPr lang="en-US" dirty="0"/>
            <a:t>AI-assisted Simulation</a:t>
          </a:r>
          <a:endParaRPr lang="en-AU" dirty="0"/>
        </a:p>
      </dgm:t>
    </dgm:pt>
    <dgm:pt modelId="{6EEE9BBD-FBF7-4DE0-924B-E17E963613CB}" type="parTrans" cxnId="{FD998276-4961-4C96-946B-10A1CC870557}">
      <dgm:prSet/>
      <dgm:spPr/>
      <dgm:t>
        <a:bodyPr/>
        <a:lstStyle/>
        <a:p>
          <a:endParaRPr lang="en-AU"/>
        </a:p>
      </dgm:t>
    </dgm:pt>
    <dgm:pt modelId="{962D119F-318A-4273-B9E3-1EE38264B5E9}" type="sibTrans" cxnId="{FD998276-4961-4C96-946B-10A1CC870557}">
      <dgm:prSet/>
      <dgm:spPr/>
      <dgm:t>
        <a:bodyPr/>
        <a:lstStyle/>
        <a:p>
          <a:endParaRPr lang="en-AU"/>
        </a:p>
      </dgm:t>
    </dgm:pt>
    <dgm:pt modelId="{8EDFC24B-0191-4826-B5AA-DB884F546B98}">
      <dgm:prSet/>
      <dgm:spPr/>
      <dgm:t>
        <a:bodyPr/>
        <a:lstStyle/>
        <a:p>
          <a:r>
            <a:rPr lang="en-US" dirty="0"/>
            <a:t>Knowledge-Based Systems</a:t>
          </a:r>
          <a:endParaRPr lang="en-AU" dirty="0"/>
        </a:p>
      </dgm:t>
    </dgm:pt>
    <dgm:pt modelId="{F63F5827-79F0-4F18-A225-EAACB0F20597}" type="parTrans" cxnId="{225E7F92-4845-432B-800E-F137B0247FB0}">
      <dgm:prSet/>
      <dgm:spPr/>
      <dgm:t>
        <a:bodyPr/>
        <a:lstStyle/>
        <a:p>
          <a:endParaRPr lang="en-AU"/>
        </a:p>
      </dgm:t>
    </dgm:pt>
    <dgm:pt modelId="{C8C0CB0C-4647-4F03-8B22-827E9B3D8589}" type="sibTrans" cxnId="{225E7F92-4845-432B-800E-F137B0247FB0}">
      <dgm:prSet/>
      <dgm:spPr/>
      <dgm:t>
        <a:bodyPr/>
        <a:lstStyle/>
        <a:p>
          <a:endParaRPr lang="en-AU"/>
        </a:p>
      </dgm:t>
    </dgm:pt>
    <dgm:pt modelId="{6B6C7883-6068-420C-BFB1-FDEAC160F8A6}">
      <dgm:prSet/>
      <dgm:spPr/>
      <dgm:t>
        <a:bodyPr/>
        <a:lstStyle/>
        <a:p>
          <a:r>
            <a:rPr lang="en-US" dirty="0"/>
            <a:t>Natural Language Understanding (NLU)</a:t>
          </a:r>
          <a:endParaRPr lang="en-AU" dirty="0"/>
        </a:p>
      </dgm:t>
    </dgm:pt>
    <dgm:pt modelId="{8DB68821-7DCE-4871-8467-6CE93873BB5C}" type="parTrans" cxnId="{56F66291-9D32-4D69-91F0-03AF2568C3D9}">
      <dgm:prSet/>
      <dgm:spPr/>
      <dgm:t>
        <a:bodyPr/>
        <a:lstStyle/>
        <a:p>
          <a:endParaRPr lang="en-AU"/>
        </a:p>
      </dgm:t>
    </dgm:pt>
    <dgm:pt modelId="{C59F9FE6-611C-48B3-978D-9CDCDEC7CA72}" type="sibTrans" cxnId="{56F66291-9D32-4D69-91F0-03AF2568C3D9}">
      <dgm:prSet/>
      <dgm:spPr/>
      <dgm:t>
        <a:bodyPr/>
        <a:lstStyle/>
        <a:p>
          <a:endParaRPr lang="en-AU"/>
        </a:p>
      </dgm:t>
    </dgm:pt>
    <dgm:pt modelId="{5751772E-3A4E-4B85-85D8-0CA5B4A41AC5}">
      <dgm:prSet/>
      <dgm:spPr/>
      <dgm:t>
        <a:bodyPr/>
        <a:lstStyle/>
        <a:p>
          <a:r>
            <a:rPr lang="en-US" dirty="0"/>
            <a:t>Chatbots</a:t>
          </a:r>
          <a:endParaRPr lang="en-AU" dirty="0"/>
        </a:p>
      </dgm:t>
    </dgm:pt>
    <dgm:pt modelId="{CA640522-0A42-4387-B76E-BC32E3DE7E75}" type="parTrans" cxnId="{1900DD38-4A9C-433F-AE77-363963726FCF}">
      <dgm:prSet/>
      <dgm:spPr/>
      <dgm:t>
        <a:bodyPr/>
        <a:lstStyle/>
        <a:p>
          <a:endParaRPr lang="en-AU"/>
        </a:p>
      </dgm:t>
    </dgm:pt>
    <dgm:pt modelId="{6FA1FC4B-F397-4C7F-9481-44A45C548885}" type="sibTrans" cxnId="{1900DD38-4A9C-433F-AE77-363963726FCF}">
      <dgm:prSet/>
      <dgm:spPr/>
      <dgm:t>
        <a:bodyPr/>
        <a:lstStyle/>
        <a:p>
          <a:endParaRPr lang="en-AU"/>
        </a:p>
      </dgm:t>
    </dgm:pt>
    <dgm:pt modelId="{D48CE7D2-268A-4089-87FF-EC2C826BD762}">
      <dgm:prSet/>
      <dgm:spPr/>
      <dgm:t>
        <a:bodyPr/>
        <a:lstStyle/>
        <a:p>
          <a:r>
            <a:rPr lang="en-US" dirty="0"/>
            <a:t>Ontology Reasoning</a:t>
          </a:r>
          <a:endParaRPr lang="en-AU" dirty="0"/>
        </a:p>
      </dgm:t>
    </dgm:pt>
    <dgm:pt modelId="{1F0A0BA8-32F7-446C-BE97-5845B2522CCA}" type="parTrans" cxnId="{1382E0DD-928F-478A-9CD0-A1AC0AB15EBB}">
      <dgm:prSet/>
      <dgm:spPr/>
      <dgm:t>
        <a:bodyPr/>
        <a:lstStyle/>
        <a:p>
          <a:endParaRPr lang="en-AU"/>
        </a:p>
      </dgm:t>
    </dgm:pt>
    <dgm:pt modelId="{BA1FA621-D0B6-4CA7-A47D-810A833152A2}" type="sibTrans" cxnId="{1382E0DD-928F-478A-9CD0-A1AC0AB15EBB}">
      <dgm:prSet/>
      <dgm:spPr/>
      <dgm:t>
        <a:bodyPr/>
        <a:lstStyle/>
        <a:p>
          <a:endParaRPr lang="en-AU"/>
        </a:p>
      </dgm:t>
    </dgm:pt>
    <dgm:pt modelId="{06335A24-326D-451E-A97D-8C553DCBAF40}">
      <dgm:prSet/>
      <dgm:spPr/>
      <dgm:t>
        <a:bodyPr/>
        <a:lstStyle/>
        <a:p>
          <a:r>
            <a:rPr lang="en-US" dirty="0"/>
            <a:t>Microservices Integration</a:t>
          </a:r>
          <a:endParaRPr lang="en-AU" dirty="0"/>
        </a:p>
      </dgm:t>
    </dgm:pt>
    <dgm:pt modelId="{BEE8DDF6-52D3-48BE-A889-1141D858D665}" type="parTrans" cxnId="{6775F7E6-5611-4FE0-8FE2-0B7AA09DA768}">
      <dgm:prSet/>
      <dgm:spPr/>
      <dgm:t>
        <a:bodyPr/>
        <a:lstStyle/>
        <a:p>
          <a:endParaRPr lang="en-AU"/>
        </a:p>
      </dgm:t>
    </dgm:pt>
    <dgm:pt modelId="{1298EDC5-ABF6-4C46-8CC5-06DC8DCB6CBD}" type="sibTrans" cxnId="{6775F7E6-5611-4FE0-8FE2-0B7AA09DA768}">
      <dgm:prSet/>
      <dgm:spPr/>
      <dgm:t>
        <a:bodyPr/>
        <a:lstStyle/>
        <a:p>
          <a:endParaRPr lang="en-AU"/>
        </a:p>
      </dgm:t>
    </dgm:pt>
    <dgm:pt modelId="{60C20043-E26D-4C93-A27A-CD180B5445B4}">
      <dgm:prSet/>
      <dgm:spPr/>
      <dgm:t>
        <a:bodyPr/>
        <a:lstStyle/>
        <a:p>
          <a:r>
            <a:rPr lang="en-US" dirty="0"/>
            <a:t>Ontology Alignment and Reasoning</a:t>
          </a:r>
          <a:endParaRPr lang="en-AU" dirty="0"/>
        </a:p>
      </dgm:t>
    </dgm:pt>
    <dgm:pt modelId="{C82A2457-FE3C-4A22-86A5-373F3F564E5F}" type="parTrans" cxnId="{69CD168C-15C8-4E69-B821-D48C90914A90}">
      <dgm:prSet/>
      <dgm:spPr/>
      <dgm:t>
        <a:bodyPr/>
        <a:lstStyle/>
        <a:p>
          <a:endParaRPr lang="en-AU"/>
        </a:p>
      </dgm:t>
    </dgm:pt>
    <dgm:pt modelId="{060468CC-65DA-4DE5-9D66-59CC7D44AF57}" type="sibTrans" cxnId="{69CD168C-15C8-4E69-B821-D48C90914A90}">
      <dgm:prSet/>
      <dgm:spPr/>
      <dgm:t>
        <a:bodyPr/>
        <a:lstStyle/>
        <a:p>
          <a:endParaRPr lang="en-AU"/>
        </a:p>
      </dgm:t>
    </dgm:pt>
    <dgm:pt modelId="{65C117CB-FA15-4239-A81F-269F5146F077}">
      <dgm:prSet/>
      <dgm:spPr/>
      <dgm:t>
        <a:bodyPr/>
        <a:lstStyle/>
        <a:p>
          <a:r>
            <a:rPr lang="en-US" dirty="0"/>
            <a:t>Predictive Analytics</a:t>
          </a:r>
          <a:endParaRPr lang="en-AU" dirty="0"/>
        </a:p>
      </dgm:t>
    </dgm:pt>
    <dgm:pt modelId="{B0B55DD4-860C-4630-8AFC-B982EF2CD3A0}" type="parTrans" cxnId="{37D75739-9CD0-4018-A67A-B49A25D75AAD}">
      <dgm:prSet/>
      <dgm:spPr/>
      <dgm:t>
        <a:bodyPr/>
        <a:lstStyle/>
        <a:p>
          <a:endParaRPr lang="en-AU"/>
        </a:p>
      </dgm:t>
    </dgm:pt>
    <dgm:pt modelId="{4B2342FF-E8BE-4BCB-99D0-E1627D3E1D3A}" type="sibTrans" cxnId="{37D75739-9CD0-4018-A67A-B49A25D75AAD}">
      <dgm:prSet/>
      <dgm:spPr/>
      <dgm:t>
        <a:bodyPr/>
        <a:lstStyle/>
        <a:p>
          <a:endParaRPr lang="en-AU"/>
        </a:p>
      </dgm:t>
    </dgm:pt>
    <dgm:pt modelId="{CE768A17-3298-4E44-BC0F-57E07B79DBF0}">
      <dgm:prSet/>
      <dgm:spPr/>
      <dgm:t>
        <a:bodyPr/>
        <a:lstStyle/>
        <a:p>
          <a:r>
            <a:rPr lang="en-US" dirty="0"/>
            <a:t>AI-driven Dashboards</a:t>
          </a:r>
          <a:endParaRPr lang="en-AU" dirty="0"/>
        </a:p>
      </dgm:t>
    </dgm:pt>
    <dgm:pt modelId="{2CB841B8-8296-4617-8402-0AD3799F136A}" type="parTrans" cxnId="{B37D326B-653D-4E6A-9108-6D9ED4B81C05}">
      <dgm:prSet/>
      <dgm:spPr/>
      <dgm:t>
        <a:bodyPr/>
        <a:lstStyle/>
        <a:p>
          <a:endParaRPr lang="en-AU"/>
        </a:p>
      </dgm:t>
    </dgm:pt>
    <dgm:pt modelId="{0AD90594-7A2A-4BF5-9228-E8FCC27F1364}" type="sibTrans" cxnId="{B37D326B-653D-4E6A-9108-6D9ED4B81C05}">
      <dgm:prSet/>
      <dgm:spPr/>
      <dgm:t>
        <a:bodyPr/>
        <a:lstStyle/>
        <a:p>
          <a:endParaRPr lang="en-AU"/>
        </a:p>
      </dgm:t>
    </dgm:pt>
    <dgm:pt modelId="{7DDD02C8-B811-4A03-AB22-7FCA44A271A1}">
      <dgm:prSet/>
      <dgm:spPr/>
      <dgm:t>
        <a:bodyPr/>
        <a:lstStyle/>
        <a:p>
          <a:r>
            <a:rPr lang="en-US" dirty="0" err="1"/>
            <a:t>AIoT</a:t>
          </a:r>
          <a:endParaRPr lang="en-AU" dirty="0"/>
        </a:p>
      </dgm:t>
    </dgm:pt>
    <dgm:pt modelId="{7DD4D964-AA23-4C35-B790-F1FF8A5F5522}" type="parTrans" cxnId="{2A75231B-FE2E-4DB0-92ED-77554E2F0F91}">
      <dgm:prSet/>
      <dgm:spPr/>
      <dgm:t>
        <a:bodyPr/>
        <a:lstStyle/>
        <a:p>
          <a:endParaRPr lang="en-AU"/>
        </a:p>
      </dgm:t>
    </dgm:pt>
    <dgm:pt modelId="{0A89E92D-E13C-489F-85AD-32C86E801E83}" type="sibTrans" cxnId="{2A75231B-FE2E-4DB0-92ED-77554E2F0F91}">
      <dgm:prSet/>
      <dgm:spPr/>
      <dgm:t>
        <a:bodyPr/>
        <a:lstStyle/>
        <a:p>
          <a:endParaRPr lang="en-AU"/>
        </a:p>
      </dgm:t>
    </dgm:pt>
    <dgm:pt modelId="{529CA730-BE59-4013-B919-C656707FBD4F}">
      <dgm:prSet/>
      <dgm:spPr/>
      <dgm:t>
        <a:bodyPr/>
        <a:lstStyle/>
        <a:p>
          <a:r>
            <a:rPr lang="en-US" dirty="0"/>
            <a:t>Cloud AI Systems</a:t>
          </a:r>
          <a:endParaRPr lang="en-AU" dirty="0"/>
        </a:p>
      </dgm:t>
    </dgm:pt>
    <dgm:pt modelId="{2D11FB14-93AA-456E-BDE9-9A403AB425C6}" type="parTrans" cxnId="{50F70B35-C4BE-4AFB-AA1A-D97DAC57D7EE}">
      <dgm:prSet/>
      <dgm:spPr/>
      <dgm:t>
        <a:bodyPr/>
        <a:lstStyle/>
        <a:p>
          <a:endParaRPr lang="en-AU"/>
        </a:p>
      </dgm:t>
    </dgm:pt>
    <dgm:pt modelId="{127CA14E-B332-4629-AD9D-758FFD35FC37}" type="sibTrans" cxnId="{50F70B35-C4BE-4AFB-AA1A-D97DAC57D7EE}">
      <dgm:prSet/>
      <dgm:spPr/>
      <dgm:t>
        <a:bodyPr/>
        <a:lstStyle/>
        <a:p>
          <a:endParaRPr lang="en-AU"/>
        </a:p>
      </dgm:t>
    </dgm:pt>
    <dgm:pt modelId="{44712CCB-91C3-4C42-87EE-BBA5A15017F0}" type="pres">
      <dgm:prSet presAssocID="{CAF095AD-1FF9-4A1A-8927-101AE32D869C}" presName="Name0" presStyleCnt="0">
        <dgm:presLayoutVars>
          <dgm:dir/>
          <dgm:animLvl val="lvl"/>
          <dgm:resizeHandles val="exact"/>
        </dgm:presLayoutVars>
      </dgm:prSet>
      <dgm:spPr/>
    </dgm:pt>
    <dgm:pt modelId="{030893CD-D430-4FA3-B651-20974EFAA9B1}" type="pres">
      <dgm:prSet presAssocID="{29E44389-16D8-4530-B115-7867017C9E4A}" presName="composite" presStyleCnt="0"/>
      <dgm:spPr/>
    </dgm:pt>
    <dgm:pt modelId="{7CCF8F44-B19E-4052-8098-71B5CA7D90CC}" type="pres">
      <dgm:prSet presAssocID="{29E44389-16D8-4530-B115-7867017C9E4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ACA2C5EA-D187-42D7-89B6-CF4CDA7D71DD}" type="pres">
      <dgm:prSet presAssocID="{29E44389-16D8-4530-B115-7867017C9E4A}" presName="desTx" presStyleLbl="alignAccFollowNode1" presStyleIdx="0" presStyleCnt="3">
        <dgm:presLayoutVars>
          <dgm:bulletEnabled val="1"/>
        </dgm:presLayoutVars>
      </dgm:prSet>
      <dgm:spPr/>
    </dgm:pt>
    <dgm:pt modelId="{D4D98828-4E3E-44C7-ACF9-BCAD4F3951A8}" type="pres">
      <dgm:prSet presAssocID="{B7C68AEC-3C51-4248-AC50-1B993EA339B8}" presName="space" presStyleCnt="0"/>
      <dgm:spPr/>
    </dgm:pt>
    <dgm:pt modelId="{FB7F1884-7679-4D5D-9002-E892D16F123A}" type="pres">
      <dgm:prSet presAssocID="{33353283-4E85-439A-9E94-CA2A6CB6A903}" presName="composite" presStyleCnt="0"/>
      <dgm:spPr/>
    </dgm:pt>
    <dgm:pt modelId="{CBF2E6D6-CDB0-4F1E-A711-63B056967B88}" type="pres">
      <dgm:prSet presAssocID="{33353283-4E85-439A-9E94-CA2A6CB6A90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A69F579-A05D-41E2-93BC-D29FDF339D4F}" type="pres">
      <dgm:prSet presAssocID="{33353283-4E85-439A-9E94-CA2A6CB6A903}" presName="desTx" presStyleLbl="alignAccFollowNode1" presStyleIdx="1" presStyleCnt="3">
        <dgm:presLayoutVars>
          <dgm:bulletEnabled val="1"/>
        </dgm:presLayoutVars>
      </dgm:prSet>
      <dgm:spPr/>
    </dgm:pt>
    <dgm:pt modelId="{97E6F43F-701D-4999-9EE1-B6930B4AFF51}" type="pres">
      <dgm:prSet presAssocID="{1839CCAF-6258-4E35-9CDB-D774466271C4}" presName="space" presStyleCnt="0"/>
      <dgm:spPr/>
    </dgm:pt>
    <dgm:pt modelId="{65F818B0-AF71-47F8-B480-7999687D2964}" type="pres">
      <dgm:prSet presAssocID="{61C5718E-F81C-4482-A82E-2347ACAAE070}" presName="composite" presStyleCnt="0"/>
      <dgm:spPr/>
    </dgm:pt>
    <dgm:pt modelId="{30101844-90A1-4418-BA0D-3F8650D3600B}" type="pres">
      <dgm:prSet presAssocID="{61C5718E-F81C-4482-A82E-2347ACAAE07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97E90B1-CC22-4F85-A71F-CC6F4EC20319}" type="pres">
      <dgm:prSet presAssocID="{61C5718E-F81C-4482-A82E-2347ACAAE07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B280503-DDC2-4497-B85F-982ECDD49DF4}" type="presOf" srcId="{D48CE7D2-268A-4089-87FF-EC2C826BD762}" destId="{3A69F579-A05D-41E2-93BC-D29FDF339D4F}" srcOrd="0" destOrd="3" presId="urn:microsoft.com/office/officeart/2005/8/layout/hList1"/>
    <dgm:cxn modelId="{4EE02808-C0E8-4F1D-86C0-90331BDEE6DE}" type="presOf" srcId="{9ED409A8-DE25-43D3-A100-4883EF960206}" destId="{ACA2C5EA-D187-42D7-89B6-CF4CDA7D71DD}" srcOrd="0" destOrd="1" presId="urn:microsoft.com/office/officeart/2005/8/layout/hList1"/>
    <dgm:cxn modelId="{AC83B012-0624-4030-A3AF-0315FB7C2565}" type="presOf" srcId="{1BDCF4D2-8682-44A8-A14C-4838398092FB}" destId="{ACA2C5EA-D187-42D7-89B6-CF4CDA7D71DD}" srcOrd="0" destOrd="7" presId="urn:microsoft.com/office/officeart/2005/8/layout/hList1"/>
    <dgm:cxn modelId="{6F53BD15-341A-4E04-B03B-924B00192815}" type="presOf" srcId="{7A38668B-A604-4A45-80C8-13331F64BDE3}" destId="{ACA2C5EA-D187-42D7-89B6-CF4CDA7D71DD}" srcOrd="0" destOrd="9" presId="urn:microsoft.com/office/officeart/2005/8/layout/hList1"/>
    <dgm:cxn modelId="{99D79B1A-581D-4F5C-B242-FC6F1E638EC5}" srcId="{CAF095AD-1FF9-4A1A-8927-101AE32D869C}" destId="{61C5718E-F81C-4482-A82E-2347ACAAE070}" srcOrd="2" destOrd="0" parTransId="{861A8014-7B37-49B3-87A9-97E0C8DA2413}" sibTransId="{1084F057-5371-4554-9C9A-109FB87A4AF1}"/>
    <dgm:cxn modelId="{0B02B81A-9F1F-430E-AFE2-78B8ABD1ED72}" type="presOf" srcId="{AD5ED212-A37D-47A5-8784-D0D5EC495EDF}" destId="{ACA2C5EA-D187-42D7-89B6-CF4CDA7D71DD}" srcOrd="0" destOrd="4" presId="urn:microsoft.com/office/officeart/2005/8/layout/hList1"/>
    <dgm:cxn modelId="{2A75231B-FE2E-4DB0-92ED-77554E2F0F91}" srcId="{61C5718E-F81C-4482-A82E-2347ACAAE070}" destId="{7DDD02C8-B811-4A03-AB22-7FCA44A271A1}" srcOrd="4" destOrd="0" parTransId="{7DD4D964-AA23-4C35-B790-F1FF8A5F5522}" sibTransId="{0A89E92D-E13C-489F-85AD-32C86E801E83}"/>
    <dgm:cxn modelId="{084B191F-F8C5-4DE1-A99D-877282D51011}" srcId="{CAF095AD-1FF9-4A1A-8927-101AE32D869C}" destId="{29E44389-16D8-4530-B115-7867017C9E4A}" srcOrd="0" destOrd="0" parTransId="{CF0818CB-6383-493D-AA2B-42A357434667}" sibTransId="{B7C68AEC-3C51-4248-AC50-1B993EA339B8}"/>
    <dgm:cxn modelId="{7EA35021-28FA-4778-AF71-201DB7CA23FE}" type="presOf" srcId="{65C117CB-FA15-4239-A81F-269F5146F077}" destId="{097E90B1-CC22-4F85-A71F-CC6F4EC20319}" srcOrd="0" destOrd="2" presId="urn:microsoft.com/office/officeart/2005/8/layout/hList1"/>
    <dgm:cxn modelId="{4CB47821-964F-464B-AA29-9E66B558BEF5}" srcId="{29E44389-16D8-4530-B115-7867017C9E4A}" destId="{9ED409A8-DE25-43D3-A100-4883EF960206}" srcOrd="1" destOrd="0" parTransId="{528DFEC4-CB8F-45BC-9E0B-4E99EAEB7CDC}" sibTransId="{D2BC1E70-FCDE-43B8-B239-71217C7F8AF3}"/>
    <dgm:cxn modelId="{D73A372B-C751-48DE-AE22-0D5343568876}" srcId="{29E44389-16D8-4530-B115-7867017C9E4A}" destId="{1BDCF4D2-8682-44A8-A14C-4838398092FB}" srcOrd="7" destOrd="0" parTransId="{B60C7F41-65BA-4F78-8340-B334B467F21C}" sibTransId="{566EF91D-61C6-4D85-B6D8-0AAB84532560}"/>
    <dgm:cxn modelId="{605FEE30-85D3-49C0-9EFE-C2D849D525EF}" srcId="{29E44389-16D8-4530-B115-7867017C9E4A}" destId="{C1BDB02D-5064-4010-A309-C07489AD39DD}" srcOrd="2" destOrd="0" parTransId="{22B9A712-3C24-4E64-B712-03CF3DD14EDA}" sibTransId="{CDD5A357-D109-42BB-BC80-F337B1ADA8E9}"/>
    <dgm:cxn modelId="{50F70B35-C4BE-4AFB-AA1A-D97DAC57D7EE}" srcId="{61C5718E-F81C-4482-A82E-2347ACAAE070}" destId="{529CA730-BE59-4013-B919-C656707FBD4F}" srcOrd="5" destOrd="0" parTransId="{2D11FB14-93AA-456E-BDE9-9A403AB425C6}" sibTransId="{127CA14E-B332-4629-AD9D-758FFD35FC37}"/>
    <dgm:cxn modelId="{1900DD38-4A9C-433F-AE77-363963726FCF}" srcId="{33353283-4E85-439A-9E94-CA2A6CB6A903}" destId="{5751772E-3A4E-4B85-85D8-0CA5B4A41AC5}" srcOrd="2" destOrd="0" parTransId="{CA640522-0A42-4387-B76E-BC32E3DE7E75}" sibTransId="{6FA1FC4B-F397-4C7F-9481-44A45C548885}"/>
    <dgm:cxn modelId="{37D75739-9CD0-4018-A67A-B49A25D75AAD}" srcId="{61C5718E-F81C-4482-A82E-2347ACAAE070}" destId="{65C117CB-FA15-4239-A81F-269F5146F077}" srcOrd="2" destOrd="0" parTransId="{B0B55DD4-860C-4630-8AFC-B982EF2CD3A0}" sibTransId="{4B2342FF-E8BE-4BCB-99D0-E1627D3E1D3A}"/>
    <dgm:cxn modelId="{6B0B873B-A96D-40AB-A50A-4894635353DA}" type="presOf" srcId="{CAF095AD-1FF9-4A1A-8927-101AE32D869C}" destId="{44712CCB-91C3-4C42-87EE-BBA5A15017F0}" srcOrd="0" destOrd="0" presId="urn:microsoft.com/office/officeart/2005/8/layout/hList1"/>
    <dgm:cxn modelId="{00162E44-9F78-4639-A02A-A7FBA5DB7F6E}" srcId="{29E44389-16D8-4530-B115-7867017C9E4A}" destId="{4EC33144-D60B-4004-A163-6845DE1BF4CF}" srcOrd="6" destOrd="0" parTransId="{8B59BEA7-10B6-4C29-AF7E-7F19DF174FA6}" sibTransId="{DBD3E9A6-997E-4C77-AA33-96459C4E3325}"/>
    <dgm:cxn modelId="{4B682647-DC33-4086-8905-56A59910D191}" srcId="{33353283-4E85-439A-9E94-CA2A6CB6A903}" destId="{09DD8BC6-2605-4662-8E5F-372E3B05AA13}" srcOrd="0" destOrd="0" parTransId="{2A140402-A53C-4602-867C-C611578A79A3}" sibTransId="{C468736D-23EA-4424-BA8A-9078AA47DDB8}"/>
    <dgm:cxn modelId="{68449D58-24B0-4830-9104-F4E46599E458}" srcId="{29E44389-16D8-4530-B115-7867017C9E4A}" destId="{AD5ED212-A37D-47A5-8784-D0D5EC495EDF}" srcOrd="4" destOrd="0" parTransId="{E288D814-7669-491D-BFB2-B4A48B44C8BF}" sibTransId="{2C6CB54A-EBFD-4C27-AE8E-CF7B99EB8DF7}"/>
    <dgm:cxn modelId="{ACB31C67-A049-49EF-B26C-52072788DA08}" srcId="{CAF095AD-1FF9-4A1A-8927-101AE32D869C}" destId="{33353283-4E85-439A-9E94-CA2A6CB6A903}" srcOrd="1" destOrd="0" parTransId="{7E5A7C2C-7FA8-404F-845E-643771823D9F}" sibTransId="{1839CCAF-6258-4E35-9CDB-D774466271C4}"/>
    <dgm:cxn modelId="{B37D326B-653D-4E6A-9108-6D9ED4B81C05}" srcId="{61C5718E-F81C-4482-A82E-2347ACAAE070}" destId="{CE768A17-3298-4E44-BC0F-57E07B79DBF0}" srcOrd="3" destOrd="0" parTransId="{2CB841B8-8296-4617-8402-0AD3799F136A}" sibTransId="{0AD90594-7A2A-4BF5-9228-E8FCC27F1364}"/>
    <dgm:cxn modelId="{0914016E-F417-4503-A3EA-106A0211EF48}" type="presOf" srcId="{CF85DA22-FCB6-46AB-B3E4-2B9D424BD3C4}" destId="{ACA2C5EA-D187-42D7-89B6-CF4CDA7D71DD}" srcOrd="0" destOrd="5" presId="urn:microsoft.com/office/officeart/2005/8/layout/hList1"/>
    <dgm:cxn modelId="{379BB174-B884-4534-9DD6-8A1E1E742B3F}" type="presOf" srcId="{148B37A5-162A-4D98-AD58-4F9178D60863}" destId="{ACA2C5EA-D187-42D7-89B6-CF4CDA7D71DD}" srcOrd="0" destOrd="8" presId="urn:microsoft.com/office/officeart/2005/8/layout/hList1"/>
    <dgm:cxn modelId="{FD998276-4961-4C96-946B-10A1CC870557}" srcId="{29E44389-16D8-4530-B115-7867017C9E4A}" destId="{7A38668B-A604-4A45-80C8-13331F64BDE3}" srcOrd="9" destOrd="0" parTransId="{6EEE9BBD-FBF7-4DE0-924B-E17E963613CB}" sibTransId="{962D119F-318A-4273-B9E3-1EE38264B5E9}"/>
    <dgm:cxn modelId="{36728F76-F88D-4347-9230-CAB29BA8D237}" type="presOf" srcId="{61C5718E-F81C-4482-A82E-2347ACAAE070}" destId="{30101844-90A1-4418-BA0D-3F8650D3600B}" srcOrd="0" destOrd="0" presId="urn:microsoft.com/office/officeart/2005/8/layout/hList1"/>
    <dgm:cxn modelId="{0D7D537B-D303-4723-B997-5862D9E7718B}" srcId="{29E44389-16D8-4530-B115-7867017C9E4A}" destId="{2E5D23C5-3926-4534-B1EE-0978FB1D77CE}" srcOrd="3" destOrd="0" parTransId="{C75D5A72-4F95-41E5-AB77-62F8305D683D}" sibTransId="{80755B52-744C-4E20-AA50-5A5D9197FDDF}"/>
    <dgm:cxn modelId="{6667BC7D-D89B-4300-B95A-AA8686CBADFE}" srcId="{61C5718E-F81C-4482-A82E-2347ACAAE070}" destId="{F0BAD14E-FB95-48D9-8D5F-DD8AF014A6AE}" srcOrd="0" destOrd="0" parTransId="{D604CAE0-6D39-4ACF-AA32-429BF99A4F47}" sibTransId="{62B9D95E-B2F9-42EE-B237-6A6F6126BDB9}"/>
    <dgm:cxn modelId="{7A20827E-43C1-4CF5-8606-E306655B7B87}" type="presOf" srcId="{60C20043-E26D-4C93-A27A-CD180B5445B4}" destId="{097E90B1-CC22-4F85-A71F-CC6F4EC20319}" srcOrd="0" destOrd="1" presId="urn:microsoft.com/office/officeart/2005/8/layout/hList1"/>
    <dgm:cxn modelId="{E3903D81-0759-43C4-96E4-2FF212DBCC28}" type="presOf" srcId="{7DDD02C8-B811-4A03-AB22-7FCA44A271A1}" destId="{097E90B1-CC22-4F85-A71F-CC6F4EC20319}" srcOrd="0" destOrd="4" presId="urn:microsoft.com/office/officeart/2005/8/layout/hList1"/>
    <dgm:cxn modelId="{69CD168C-15C8-4E69-B821-D48C90914A90}" srcId="{61C5718E-F81C-4482-A82E-2347ACAAE070}" destId="{60C20043-E26D-4C93-A27A-CD180B5445B4}" srcOrd="1" destOrd="0" parTransId="{C82A2457-FE3C-4A22-86A5-373F3F564E5F}" sibTransId="{060468CC-65DA-4DE5-9D66-59CC7D44AF57}"/>
    <dgm:cxn modelId="{56F66291-9D32-4D69-91F0-03AF2568C3D9}" srcId="{33353283-4E85-439A-9E94-CA2A6CB6A903}" destId="{6B6C7883-6068-420C-BFB1-FDEAC160F8A6}" srcOrd="1" destOrd="0" parTransId="{8DB68821-7DCE-4871-8467-6CE93873BB5C}" sibTransId="{C59F9FE6-611C-48B3-978D-9CDCDEC7CA72}"/>
    <dgm:cxn modelId="{225E7F92-4845-432B-800E-F137B0247FB0}" srcId="{29E44389-16D8-4530-B115-7867017C9E4A}" destId="{8EDFC24B-0191-4826-B5AA-DB884F546B98}" srcOrd="10" destOrd="0" parTransId="{F63F5827-79F0-4F18-A225-EAACB0F20597}" sibTransId="{C8C0CB0C-4647-4F03-8B22-827E9B3D8589}"/>
    <dgm:cxn modelId="{7938AA96-0D3D-481A-BAFD-27E0B433E00B}" srcId="{29E44389-16D8-4530-B115-7867017C9E4A}" destId="{CF85DA22-FCB6-46AB-B3E4-2B9D424BD3C4}" srcOrd="5" destOrd="0" parTransId="{9E24E397-ABE2-4B82-9648-13002F0C8F61}" sibTransId="{155523CA-9777-4CC8-BC33-5B90A44335C8}"/>
    <dgm:cxn modelId="{3EFC449D-D83D-435B-816A-40F82A750C99}" srcId="{29E44389-16D8-4530-B115-7867017C9E4A}" destId="{148B37A5-162A-4D98-AD58-4F9178D60863}" srcOrd="8" destOrd="0" parTransId="{133B73E9-0082-403F-AC34-7108F63772AE}" sibTransId="{37C39220-866E-4E39-84BB-1393EA456707}"/>
    <dgm:cxn modelId="{7DFBD59E-C3B2-4381-91FF-DBF34DA3D235}" srcId="{29E44389-16D8-4530-B115-7867017C9E4A}" destId="{F1351C58-5513-4771-A237-80D8BC50FEB2}" srcOrd="0" destOrd="0" parTransId="{EC4B237A-5F3F-4501-9631-5F251EB46C66}" sibTransId="{4375FB12-E232-4E4C-96CB-C1B7065E2CF3}"/>
    <dgm:cxn modelId="{0744ED9E-61BA-413D-8398-A424BBA1C5D9}" type="presOf" srcId="{8EDFC24B-0191-4826-B5AA-DB884F546B98}" destId="{ACA2C5EA-D187-42D7-89B6-CF4CDA7D71DD}" srcOrd="0" destOrd="10" presId="urn:microsoft.com/office/officeart/2005/8/layout/hList1"/>
    <dgm:cxn modelId="{518F71A2-EA92-437E-8924-A1C68BDF25F5}" type="presOf" srcId="{09DD8BC6-2605-4662-8E5F-372E3B05AA13}" destId="{3A69F579-A05D-41E2-93BC-D29FDF339D4F}" srcOrd="0" destOrd="0" presId="urn:microsoft.com/office/officeart/2005/8/layout/hList1"/>
    <dgm:cxn modelId="{8017B5A8-A587-41A2-A010-E80F9434F629}" type="presOf" srcId="{C1BDB02D-5064-4010-A309-C07489AD39DD}" destId="{ACA2C5EA-D187-42D7-89B6-CF4CDA7D71DD}" srcOrd="0" destOrd="2" presId="urn:microsoft.com/office/officeart/2005/8/layout/hList1"/>
    <dgm:cxn modelId="{F90E25B0-8F38-4CB9-9200-42075D167305}" type="presOf" srcId="{CE768A17-3298-4E44-BC0F-57E07B79DBF0}" destId="{097E90B1-CC22-4F85-A71F-CC6F4EC20319}" srcOrd="0" destOrd="3" presId="urn:microsoft.com/office/officeart/2005/8/layout/hList1"/>
    <dgm:cxn modelId="{980676B8-6D99-4348-8774-32599F5C485C}" type="presOf" srcId="{5751772E-3A4E-4B85-85D8-0CA5B4A41AC5}" destId="{3A69F579-A05D-41E2-93BC-D29FDF339D4F}" srcOrd="0" destOrd="2" presId="urn:microsoft.com/office/officeart/2005/8/layout/hList1"/>
    <dgm:cxn modelId="{70A0D9BD-99F9-42AF-A78D-E1899BD9ECAF}" type="presOf" srcId="{F0BAD14E-FB95-48D9-8D5F-DD8AF014A6AE}" destId="{097E90B1-CC22-4F85-A71F-CC6F4EC20319}" srcOrd="0" destOrd="0" presId="urn:microsoft.com/office/officeart/2005/8/layout/hList1"/>
    <dgm:cxn modelId="{5C9AA1C3-67E4-47BF-83E7-6D0B5619AB27}" type="presOf" srcId="{529CA730-BE59-4013-B919-C656707FBD4F}" destId="{097E90B1-CC22-4F85-A71F-CC6F4EC20319}" srcOrd="0" destOrd="5" presId="urn:microsoft.com/office/officeart/2005/8/layout/hList1"/>
    <dgm:cxn modelId="{37C790C4-B77F-4835-81D6-EA03E8CA41BF}" type="presOf" srcId="{2E5D23C5-3926-4534-B1EE-0978FB1D77CE}" destId="{ACA2C5EA-D187-42D7-89B6-CF4CDA7D71DD}" srcOrd="0" destOrd="3" presId="urn:microsoft.com/office/officeart/2005/8/layout/hList1"/>
    <dgm:cxn modelId="{BE14C3C8-33A7-4F89-95E1-44A0CBA29166}" type="presOf" srcId="{4EC33144-D60B-4004-A163-6845DE1BF4CF}" destId="{ACA2C5EA-D187-42D7-89B6-CF4CDA7D71DD}" srcOrd="0" destOrd="6" presId="urn:microsoft.com/office/officeart/2005/8/layout/hList1"/>
    <dgm:cxn modelId="{200FE4C9-3E85-4A9A-AC3E-A15B85B5D3BC}" type="presOf" srcId="{6B6C7883-6068-420C-BFB1-FDEAC160F8A6}" destId="{3A69F579-A05D-41E2-93BC-D29FDF339D4F}" srcOrd="0" destOrd="1" presId="urn:microsoft.com/office/officeart/2005/8/layout/hList1"/>
    <dgm:cxn modelId="{1382E0DD-928F-478A-9CD0-A1AC0AB15EBB}" srcId="{33353283-4E85-439A-9E94-CA2A6CB6A903}" destId="{D48CE7D2-268A-4089-87FF-EC2C826BD762}" srcOrd="3" destOrd="0" parTransId="{1F0A0BA8-32F7-446C-BE97-5845B2522CCA}" sibTransId="{BA1FA621-D0B6-4CA7-A47D-810A833152A2}"/>
    <dgm:cxn modelId="{A7656DDF-4E27-4F57-B072-FCABC932081F}" type="presOf" srcId="{06335A24-326D-451E-A97D-8C553DCBAF40}" destId="{3A69F579-A05D-41E2-93BC-D29FDF339D4F}" srcOrd="0" destOrd="4" presId="urn:microsoft.com/office/officeart/2005/8/layout/hList1"/>
    <dgm:cxn modelId="{7A82B6DF-2EB3-4F79-BDE1-5B5B37736093}" type="presOf" srcId="{33353283-4E85-439A-9E94-CA2A6CB6A903}" destId="{CBF2E6D6-CDB0-4F1E-A711-63B056967B88}" srcOrd="0" destOrd="0" presId="urn:microsoft.com/office/officeart/2005/8/layout/hList1"/>
    <dgm:cxn modelId="{C165B7E4-A573-4CDF-9EC2-676EF5CDEB87}" type="presOf" srcId="{F1351C58-5513-4771-A237-80D8BC50FEB2}" destId="{ACA2C5EA-D187-42D7-89B6-CF4CDA7D71DD}" srcOrd="0" destOrd="0" presId="urn:microsoft.com/office/officeart/2005/8/layout/hList1"/>
    <dgm:cxn modelId="{6775F7E6-5611-4FE0-8FE2-0B7AA09DA768}" srcId="{33353283-4E85-439A-9E94-CA2A6CB6A903}" destId="{06335A24-326D-451E-A97D-8C553DCBAF40}" srcOrd="4" destOrd="0" parTransId="{BEE8DDF6-52D3-48BE-A889-1141D858D665}" sibTransId="{1298EDC5-ABF6-4C46-8CC5-06DC8DCB6CBD}"/>
    <dgm:cxn modelId="{09CF41FB-244F-4D34-8018-E44D46989538}" type="presOf" srcId="{29E44389-16D8-4530-B115-7867017C9E4A}" destId="{7CCF8F44-B19E-4052-8098-71B5CA7D90CC}" srcOrd="0" destOrd="0" presId="urn:microsoft.com/office/officeart/2005/8/layout/hList1"/>
    <dgm:cxn modelId="{86F5FC4B-8976-4848-A6C9-07BE42FA7FA0}" type="presParOf" srcId="{44712CCB-91C3-4C42-87EE-BBA5A15017F0}" destId="{030893CD-D430-4FA3-B651-20974EFAA9B1}" srcOrd="0" destOrd="0" presId="urn:microsoft.com/office/officeart/2005/8/layout/hList1"/>
    <dgm:cxn modelId="{DA03BF8A-A7D0-40D2-BB97-2E5EB530C0D5}" type="presParOf" srcId="{030893CD-D430-4FA3-B651-20974EFAA9B1}" destId="{7CCF8F44-B19E-4052-8098-71B5CA7D90CC}" srcOrd="0" destOrd="0" presId="urn:microsoft.com/office/officeart/2005/8/layout/hList1"/>
    <dgm:cxn modelId="{F48AEAE2-6325-4483-A2D3-3FA68B90F6B5}" type="presParOf" srcId="{030893CD-D430-4FA3-B651-20974EFAA9B1}" destId="{ACA2C5EA-D187-42D7-89B6-CF4CDA7D71DD}" srcOrd="1" destOrd="0" presId="urn:microsoft.com/office/officeart/2005/8/layout/hList1"/>
    <dgm:cxn modelId="{45534623-183F-4A09-96EC-A34045F04904}" type="presParOf" srcId="{44712CCB-91C3-4C42-87EE-BBA5A15017F0}" destId="{D4D98828-4E3E-44C7-ACF9-BCAD4F3951A8}" srcOrd="1" destOrd="0" presId="urn:microsoft.com/office/officeart/2005/8/layout/hList1"/>
    <dgm:cxn modelId="{42C2B1C0-0922-4E7E-B980-D653D65EED17}" type="presParOf" srcId="{44712CCB-91C3-4C42-87EE-BBA5A15017F0}" destId="{FB7F1884-7679-4D5D-9002-E892D16F123A}" srcOrd="2" destOrd="0" presId="urn:microsoft.com/office/officeart/2005/8/layout/hList1"/>
    <dgm:cxn modelId="{4AF0EAF2-400E-4D85-AEC4-D71EB7E9EE99}" type="presParOf" srcId="{FB7F1884-7679-4D5D-9002-E892D16F123A}" destId="{CBF2E6D6-CDB0-4F1E-A711-63B056967B88}" srcOrd="0" destOrd="0" presId="urn:microsoft.com/office/officeart/2005/8/layout/hList1"/>
    <dgm:cxn modelId="{A16D1A8E-44D5-4B34-AEBC-ABF2AA1CAB55}" type="presParOf" srcId="{FB7F1884-7679-4D5D-9002-E892D16F123A}" destId="{3A69F579-A05D-41E2-93BC-D29FDF339D4F}" srcOrd="1" destOrd="0" presId="urn:microsoft.com/office/officeart/2005/8/layout/hList1"/>
    <dgm:cxn modelId="{06EA3CD4-50FE-4E05-A690-66CE39CCB088}" type="presParOf" srcId="{44712CCB-91C3-4C42-87EE-BBA5A15017F0}" destId="{97E6F43F-701D-4999-9EE1-B6930B4AFF51}" srcOrd="3" destOrd="0" presId="urn:microsoft.com/office/officeart/2005/8/layout/hList1"/>
    <dgm:cxn modelId="{84A062E8-6521-4576-AECE-174D2577FB25}" type="presParOf" srcId="{44712CCB-91C3-4C42-87EE-BBA5A15017F0}" destId="{65F818B0-AF71-47F8-B480-7999687D2964}" srcOrd="4" destOrd="0" presId="urn:microsoft.com/office/officeart/2005/8/layout/hList1"/>
    <dgm:cxn modelId="{40B431C1-E260-46A6-BFD5-99377704BF6B}" type="presParOf" srcId="{65F818B0-AF71-47F8-B480-7999687D2964}" destId="{30101844-90A1-4418-BA0D-3F8650D3600B}" srcOrd="0" destOrd="0" presId="urn:microsoft.com/office/officeart/2005/8/layout/hList1"/>
    <dgm:cxn modelId="{09831B0A-33C2-432E-A7A7-3DB1D335C5ED}" type="presParOf" srcId="{65F818B0-AF71-47F8-B480-7999687D2964}" destId="{097E90B1-CC22-4F85-A71F-CC6F4EC2031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ED89CEA-29BD-4258-88E9-DC3DB2DDE02C}" type="doc">
      <dgm:prSet loTypeId="urn:microsoft.com/office/officeart/2005/8/layout/hList1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01D7E585-596E-443A-9D74-3759621716E1}">
      <dgm:prSet/>
      <dgm:spPr/>
      <dgm:t>
        <a:bodyPr/>
        <a:lstStyle/>
        <a:p>
          <a:r>
            <a:rPr lang="en-AU" b="1" dirty="0"/>
            <a:t>Key Functions </a:t>
          </a:r>
        </a:p>
      </dgm:t>
    </dgm:pt>
    <dgm:pt modelId="{A7644FE5-9FB0-4D7B-8422-07C36A6A3D05}" type="parTrans" cxnId="{08745C3A-4A6A-4ED6-955E-E8A8577C1B36}">
      <dgm:prSet/>
      <dgm:spPr/>
      <dgm:t>
        <a:bodyPr/>
        <a:lstStyle/>
        <a:p>
          <a:endParaRPr lang="en-AU"/>
        </a:p>
      </dgm:t>
    </dgm:pt>
    <dgm:pt modelId="{7EAC8103-4278-4A30-B99B-E331B9C0F4EF}" type="sibTrans" cxnId="{08745C3A-4A6A-4ED6-955E-E8A8577C1B36}">
      <dgm:prSet/>
      <dgm:spPr/>
      <dgm:t>
        <a:bodyPr/>
        <a:lstStyle/>
        <a:p>
          <a:endParaRPr lang="en-AU"/>
        </a:p>
      </dgm:t>
    </dgm:pt>
    <dgm:pt modelId="{3C5508A8-60AC-4A7A-BF2D-27C117EA5FE5}">
      <dgm:prSet/>
      <dgm:spPr/>
      <dgm:t>
        <a:bodyPr/>
        <a:lstStyle/>
        <a:p>
          <a:r>
            <a:rPr lang="en-AU"/>
            <a:t>Predictive and Proactive Planning </a:t>
          </a:r>
        </a:p>
      </dgm:t>
    </dgm:pt>
    <dgm:pt modelId="{83905D04-36DC-427E-A1C0-E47F1503D096}" type="parTrans" cxnId="{E8792472-747A-429E-B7E4-CF0658AE5708}">
      <dgm:prSet/>
      <dgm:spPr/>
      <dgm:t>
        <a:bodyPr/>
        <a:lstStyle/>
        <a:p>
          <a:endParaRPr lang="en-AU"/>
        </a:p>
      </dgm:t>
    </dgm:pt>
    <dgm:pt modelId="{4B26C718-41BF-4FC5-86B0-85068E144B3F}" type="sibTrans" cxnId="{E8792472-747A-429E-B7E4-CF0658AE5708}">
      <dgm:prSet/>
      <dgm:spPr/>
      <dgm:t>
        <a:bodyPr/>
        <a:lstStyle/>
        <a:p>
          <a:endParaRPr lang="en-AU"/>
        </a:p>
      </dgm:t>
    </dgm:pt>
    <dgm:pt modelId="{CF59AC48-2E25-47BF-8939-4CF7F333DC1F}">
      <dgm:prSet/>
      <dgm:spPr/>
      <dgm:t>
        <a:bodyPr/>
        <a:lstStyle/>
        <a:p>
          <a:r>
            <a:rPr lang="en-AU"/>
            <a:t>Data Integration and Analysis </a:t>
          </a:r>
        </a:p>
      </dgm:t>
    </dgm:pt>
    <dgm:pt modelId="{9D43C05F-80D5-419E-8A27-8BB3066D34DC}" type="parTrans" cxnId="{FA6D3D63-6E3E-4976-9E60-7B066C03317C}">
      <dgm:prSet/>
      <dgm:spPr/>
      <dgm:t>
        <a:bodyPr/>
        <a:lstStyle/>
        <a:p>
          <a:endParaRPr lang="en-AU"/>
        </a:p>
      </dgm:t>
    </dgm:pt>
    <dgm:pt modelId="{CD1453C1-3A2A-4AB4-913A-527AE7EBD3E8}" type="sibTrans" cxnId="{FA6D3D63-6E3E-4976-9E60-7B066C03317C}">
      <dgm:prSet/>
      <dgm:spPr/>
      <dgm:t>
        <a:bodyPr/>
        <a:lstStyle/>
        <a:p>
          <a:endParaRPr lang="en-AU"/>
        </a:p>
      </dgm:t>
    </dgm:pt>
    <dgm:pt modelId="{693ABE49-80CF-4C6D-8749-831466462993}">
      <dgm:prSet/>
      <dgm:spPr/>
      <dgm:t>
        <a:bodyPr/>
        <a:lstStyle/>
        <a:p>
          <a:r>
            <a:rPr lang="en-AU"/>
            <a:t>Resource Allocation and Optimisation </a:t>
          </a:r>
        </a:p>
      </dgm:t>
    </dgm:pt>
    <dgm:pt modelId="{663068D8-FF65-4E0F-BE9A-395CF47738FA}" type="parTrans" cxnId="{2E9C95E1-9240-4EAC-8A78-2BADAB339A86}">
      <dgm:prSet/>
      <dgm:spPr/>
      <dgm:t>
        <a:bodyPr/>
        <a:lstStyle/>
        <a:p>
          <a:endParaRPr lang="en-AU"/>
        </a:p>
      </dgm:t>
    </dgm:pt>
    <dgm:pt modelId="{72302167-F45B-43F3-8D00-51585A953057}" type="sibTrans" cxnId="{2E9C95E1-9240-4EAC-8A78-2BADAB339A86}">
      <dgm:prSet/>
      <dgm:spPr/>
      <dgm:t>
        <a:bodyPr/>
        <a:lstStyle/>
        <a:p>
          <a:endParaRPr lang="en-AU"/>
        </a:p>
      </dgm:t>
    </dgm:pt>
    <dgm:pt modelId="{D68F56BA-2060-4038-88EF-C0078F2B3B67}">
      <dgm:prSet/>
      <dgm:spPr/>
      <dgm:t>
        <a:bodyPr/>
        <a:lstStyle/>
        <a:p>
          <a:r>
            <a:rPr lang="en-AU" b="1" dirty="0"/>
            <a:t>Additional Requirements </a:t>
          </a:r>
        </a:p>
      </dgm:t>
    </dgm:pt>
    <dgm:pt modelId="{E1640005-B2C4-4EEB-B344-9A43A5F6847A}" type="parTrans" cxnId="{337A14B2-AC79-4FA0-89EF-2DC3358C2C0E}">
      <dgm:prSet/>
      <dgm:spPr/>
      <dgm:t>
        <a:bodyPr/>
        <a:lstStyle/>
        <a:p>
          <a:endParaRPr lang="en-AU"/>
        </a:p>
      </dgm:t>
    </dgm:pt>
    <dgm:pt modelId="{83A76EF3-01B0-4E87-A566-0FA9B262A067}" type="sibTrans" cxnId="{337A14B2-AC79-4FA0-89EF-2DC3358C2C0E}">
      <dgm:prSet/>
      <dgm:spPr/>
      <dgm:t>
        <a:bodyPr/>
        <a:lstStyle/>
        <a:p>
          <a:endParaRPr lang="en-AU"/>
        </a:p>
      </dgm:t>
    </dgm:pt>
    <dgm:pt modelId="{2DC35A9B-569B-4ECB-8B50-E13A815A97AD}">
      <dgm:prSet/>
      <dgm:spPr/>
      <dgm:t>
        <a:bodyPr/>
        <a:lstStyle/>
        <a:p>
          <a:r>
            <a:rPr lang="en-AU"/>
            <a:t>Optimise Resources </a:t>
          </a:r>
        </a:p>
      </dgm:t>
    </dgm:pt>
    <dgm:pt modelId="{18AD2B38-4508-419E-9D73-D78FDA0C15A3}" type="parTrans" cxnId="{D50ECB8A-C77B-4A51-A931-4B09813854FE}">
      <dgm:prSet/>
      <dgm:spPr/>
      <dgm:t>
        <a:bodyPr/>
        <a:lstStyle/>
        <a:p>
          <a:endParaRPr lang="en-AU"/>
        </a:p>
      </dgm:t>
    </dgm:pt>
    <dgm:pt modelId="{FBD65DAA-C4BA-40BD-AA44-088CDB523C51}" type="sibTrans" cxnId="{D50ECB8A-C77B-4A51-A931-4B09813854FE}">
      <dgm:prSet/>
      <dgm:spPr/>
      <dgm:t>
        <a:bodyPr/>
        <a:lstStyle/>
        <a:p>
          <a:endParaRPr lang="en-AU"/>
        </a:p>
      </dgm:t>
    </dgm:pt>
    <dgm:pt modelId="{DC3E347A-C13A-49C3-86D3-6398A038F8B4}">
      <dgm:prSet/>
      <dgm:spPr/>
      <dgm:t>
        <a:bodyPr/>
        <a:lstStyle/>
        <a:p>
          <a:r>
            <a:rPr lang="en-AU"/>
            <a:t>Estimate Duration and Cost</a:t>
          </a:r>
        </a:p>
      </dgm:t>
    </dgm:pt>
    <dgm:pt modelId="{DC14B0DA-A42D-4899-BAF8-1A3FA704EC59}" type="parTrans" cxnId="{BC5EAC55-62A9-421D-A7D0-BCF2729BEB45}">
      <dgm:prSet/>
      <dgm:spPr/>
      <dgm:t>
        <a:bodyPr/>
        <a:lstStyle/>
        <a:p>
          <a:endParaRPr lang="en-AU"/>
        </a:p>
      </dgm:t>
    </dgm:pt>
    <dgm:pt modelId="{67B95C9E-9CFC-42C5-BA21-596D44264EE1}" type="sibTrans" cxnId="{BC5EAC55-62A9-421D-A7D0-BCF2729BEB45}">
      <dgm:prSet/>
      <dgm:spPr/>
      <dgm:t>
        <a:bodyPr/>
        <a:lstStyle/>
        <a:p>
          <a:endParaRPr lang="en-AU"/>
        </a:p>
      </dgm:t>
    </dgm:pt>
    <dgm:pt modelId="{76F192BB-1596-4FCD-9A5C-7C1C0EE24A9F}">
      <dgm:prSet/>
      <dgm:spPr/>
      <dgm:t>
        <a:bodyPr/>
        <a:lstStyle/>
        <a:p>
          <a:r>
            <a:rPr lang="en-AU"/>
            <a:t>Forecast Delays </a:t>
          </a:r>
        </a:p>
      </dgm:t>
    </dgm:pt>
    <dgm:pt modelId="{42B602AC-3859-4B0B-A9ED-2885C5EB103B}" type="parTrans" cxnId="{4E5C9043-5A61-4350-9F4B-D8D22DCBBFF2}">
      <dgm:prSet/>
      <dgm:spPr/>
      <dgm:t>
        <a:bodyPr/>
        <a:lstStyle/>
        <a:p>
          <a:endParaRPr lang="en-AU"/>
        </a:p>
      </dgm:t>
    </dgm:pt>
    <dgm:pt modelId="{D18E9AD9-FB6A-4BF1-AEB4-93A6F139DE42}" type="sibTrans" cxnId="{4E5C9043-5A61-4350-9F4B-D8D22DCBBFF2}">
      <dgm:prSet/>
      <dgm:spPr/>
      <dgm:t>
        <a:bodyPr/>
        <a:lstStyle/>
        <a:p>
          <a:endParaRPr lang="en-AU"/>
        </a:p>
      </dgm:t>
    </dgm:pt>
    <dgm:pt modelId="{EDE1C397-3B73-4153-973B-0A3B3B18C278}">
      <dgm:prSet/>
      <dgm:spPr/>
      <dgm:t>
        <a:bodyPr/>
        <a:lstStyle/>
        <a:p>
          <a:r>
            <a:rPr lang="en-AU"/>
            <a:t>Optimise Cost and Time </a:t>
          </a:r>
        </a:p>
      </dgm:t>
    </dgm:pt>
    <dgm:pt modelId="{D6A7780C-6BEB-45BE-858F-8BA4576B9DFA}" type="parTrans" cxnId="{9A607F61-4AC2-4C50-BE14-CD55AA3CB863}">
      <dgm:prSet/>
      <dgm:spPr/>
      <dgm:t>
        <a:bodyPr/>
        <a:lstStyle/>
        <a:p>
          <a:endParaRPr lang="en-AU"/>
        </a:p>
      </dgm:t>
    </dgm:pt>
    <dgm:pt modelId="{5396D469-7625-49C5-B9DF-C3630691A61E}" type="sibTrans" cxnId="{9A607F61-4AC2-4C50-BE14-CD55AA3CB863}">
      <dgm:prSet/>
      <dgm:spPr/>
      <dgm:t>
        <a:bodyPr/>
        <a:lstStyle/>
        <a:p>
          <a:endParaRPr lang="en-AU"/>
        </a:p>
      </dgm:t>
    </dgm:pt>
    <dgm:pt modelId="{8D39F2B4-A105-4749-82EE-C5E63848E56D}">
      <dgm:prSet/>
      <dgm:spPr/>
      <dgm:t>
        <a:bodyPr/>
        <a:lstStyle/>
        <a:p>
          <a:r>
            <a:rPr lang="en-AU"/>
            <a:t>Real-time Optimisation </a:t>
          </a:r>
        </a:p>
      </dgm:t>
    </dgm:pt>
    <dgm:pt modelId="{F4DB2435-153F-4771-A78A-170B88D3EB18}" type="parTrans" cxnId="{74A1BBE1-85CC-42F3-8F17-96083700A17D}">
      <dgm:prSet/>
      <dgm:spPr/>
      <dgm:t>
        <a:bodyPr/>
        <a:lstStyle/>
        <a:p>
          <a:endParaRPr lang="en-AU"/>
        </a:p>
      </dgm:t>
    </dgm:pt>
    <dgm:pt modelId="{3241F17D-C1FE-41BE-8A2D-F4E4F8B1DA9D}" type="sibTrans" cxnId="{74A1BBE1-85CC-42F3-8F17-96083700A17D}">
      <dgm:prSet/>
      <dgm:spPr/>
      <dgm:t>
        <a:bodyPr/>
        <a:lstStyle/>
        <a:p>
          <a:endParaRPr lang="en-AU"/>
        </a:p>
      </dgm:t>
    </dgm:pt>
    <dgm:pt modelId="{2577E9F1-C867-4836-B0B5-36E0C3D6ECBB}">
      <dgm:prSet/>
      <dgm:spPr/>
      <dgm:t>
        <a:bodyPr/>
        <a:lstStyle/>
        <a:p>
          <a:r>
            <a:rPr lang="en-AU"/>
            <a:t>Clash Detection </a:t>
          </a:r>
        </a:p>
      </dgm:t>
    </dgm:pt>
    <dgm:pt modelId="{E47BD51F-61CC-4D66-B815-0685B541211B}" type="parTrans" cxnId="{55DE5092-068F-41BC-8435-14712FFF519E}">
      <dgm:prSet/>
      <dgm:spPr/>
      <dgm:t>
        <a:bodyPr/>
        <a:lstStyle/>
        <a:p>
          <a:endParaRPr lang="en-AU"/>
        </a:p>
      </dgm:t>
    </dgm:pt>
    <dgm:pt modelId="{246D6FD4-7AA5-4A09-AE04-3D159EEE1C2A}" type="sibTrans" cxnId="{55DE5092-068F-41BC-8435-14712FFF519E}">
      <dgm:prSet/>
      <dgm:spPr/>
      <dgm:t>
        <a:bodyPr/>
        <a:lstStyle/>
        <a:p>
          <a:endParaRPr lang="en-AU"/>
        </a:p>
      </dgm:t>
    </dgm:pt>
    <dgm:pt modelId="{B1EC2B2C-C6C2-4BFE-8E05-99F81D465432}">
      <dgm:prSet/>
      <dgm:spPr/>
      <dgm:t>
        <a:bodyPr/>
        <a:lstStyle/>
        <a:p>
          <a:r>
            <a:rPr lang="en-AU"/>
            <a:t>Predict Resource Shortage</a:t>
          </a:r>
        </a:p>
      </dgm:t>
    </dgm:pt>
    <dgm:pt modelId="{0E95718E-08A8-4A4F-AB8E-C42B7092876B}" type="parTrans" cxnId="{ABFA630E-56FA-408B-9EBB-3ED7B17A0A95}">
      <dgm:prSet/>
      <dgm:spPr/>
      <dgm:t>
        <a:bodyPr/>
        <a:lstStyle/>
        <a:p>
          <a:endParaRPr lang="en-AU"/>
        </a:p>
      </dgm:t>
    </dgm:pt>
    <dgm:pt modelId="{CAB87906-1EDE-4278-8CB3-E54B8B7C2374}" type="sibTrans" cxnId="{ABFA630E-56FA-408B-9EBB-3ED7B17A0A95}">
      <dgm:prSet/>
      <dgm:spPr/>
      <dgm:t>
        <a:bodyPr/>
        <a:lstStyle/>
        <a:p>
          <a:endParaRPr lang="en-AU"/>
        </a:p>
      </dgm:t>
    </dgm:pt>
    <dgm:pt modelId="{C6505445-A7E6-4231-8718-2FD9FA5B0E5D}">
      <dgm:prSet/>
      <dgm:spPr/>
      <dgm:t>
        <a:bodyPr/>
        <a:lstStyle/>
        <a:p>
          <a:r>
            <a:rPr lang="en-AU"/>
            <a:t>Estimate and Assign Resources to Schedule</a:t>
          </a:r>
        </a:p>
      </dgm:t>
    </dgm:pt>
    <dgm:pt modelId="{90A038BA-67AB-49D4-9010-7F140E9F0853}" type="parTrans" cxnId="{AD1280E5-79A9-47A5-B136-59743B461E02}">
      <dgm:prSet/>
      <dgm:spPr/>
      <dgm:t>
        <a:bodyPr/>
        <a:lstStyle/>
        <a:p>
          <a:endParaRPr lang="en-AU"/>
        </a:p>
      </dgm:t>
    </dgm:pt>
    <dgm:pt modelId="{E944BA30-93F8-47A3-88CA-01E9433835C3}" type="sibTrans" cxnId="{AD1280E5-79A9-47A5-B136-59743B461E02}">
      <dgm:prSet/>
      <dgm:spPr/>
      <dgm:t>
        <a:bodyPr/>
        <a:lstStyle/>
        <a:p>
          <a:endParaRPr lang="en-AU"/>
        </a:p>
      </dgm:t>
    </dgm:pt>
    <dgm:pt modelId="{C5671934-A942-455B-AC20-E71E002E4AD6}" type="pres">
      <dgm:prSet presAssocID="{1ED89CEA-29BD-4258-88E9-DC3DB2DDE02C}" presName="Name0" presStyleCnt="0">
        <dgm:presLayoutVars>
          <dgm:dir/>
          <dgm:animLvl val="lvl"/>
          <dgm:resizeHandles val="exact"/>
        </dgm:presLayoutVars>
      </dgm:prSet>
      <dgm:spPr/>
    </dgm:pt>
    <dgm:pt modelId="{E70F6BC6-BF2D-4DD2-BF6B-A8DF23F8DFCC}" type="pres">
      <dgm:prSet presAssocID="{01D7E585-596E-443A-9D74-3759621716E1}" presName="composite" presStyleCnt="0"/>
      <dgm:spPr/>
    </dgm:pt>
    <dgm:pt modelId="{6CC0C669-F3DA-477E-8385-C8425734F44B}" type="pres">
      <dgm:prSet presAssocID="{01D7E585-596E-443A-9D74-3759621716E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3171CFF2-F12E-4376-8BA8-B4BBBBC2EA09}" type="pres">
      <dgm:prSet presAssocID="{01D7E585-596E-443A-9D74-3759621716E1}" presName="desTx" presStyleLbl="alignAccFollowNode1" presStyleIdx="0" presStyleCnt="2">
        <dgm:presLayoutVars>
          <dgm:bulletEnabled val="1"/>
        </dgm:presLayoutVars>
      </dgm:prSet>
      <dgm:spPr/>
    </dgm:pt>
    <dgm:pt modelId="{14DB133B-41C7-4D7D-A096-D40BC16840C3}" type="pres">
      <dgm:prSet presAssocID="{7EAC8103-4278-4A30-B99B-E331B9C0F4EF}" presName="space" presStyleCnt="0"/>
      <dgm:spPr/>
    </dgm:pt>
    <dgm:pt modelId="{24115A1E-EA3B-42DC-AA2A-6E7672D85131}" type="pres">
      <dgm:prSet presAssocID="{D68F56BA-2060-4038-88EF-C0078F2B3B67}" presName="composite" presStyleCnt="0"/>
      <dgm:spPr/>
    </dgm:pt>
    <dgm:pt modelId="{4F745FAC-A446-43AE-BF1A-42CD8BD6E2A2}" type="pres">
      <dgm:prSet presAssocID="{D68F56BA-2060-4038-88EF-C0078F2B3B67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071DA402-A7C0-4E1E-B79F-0078E123E26D}" type="pres">
      <dgm:prSet presAssocID="{D68F56BA-2060-4038-88EF-C0078F2B3B67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BFA630E-56FA-408B-9EBB-3ED7B17A0A95}" srcId="{D68F56BA-2060-4038-88EF-C0078F2B3B67}" destId="{B1EC2B2C-C6C2-4BFE-8E05-99F81D465432}" srcOrd="6" destOrd="0" parTransId="{0E95718E-08A8-4A4F-AB8E-C42B7092876B}" sibTransId="{CAB87906-1EDE-4278-8CB3-E54B8B7C2374}"/>
    <dgm:cxn modelId="{C8DB4F12-C3A0-4D05-AD95-32C801BEA28B}" type="presOf" srcId="{EDE1C397-3B73-4153-973B-0A3B3B18C278}" destId="{071DA402-A7C0-4E1E-B79F-0078E123E26D}" srcOrd="0" destOrd="3" presId="urn:microsoft.com/office/officeart/2005/8/layout/hList1"/>
    <dgm:cxn modelId="{D17E681D-A6D5-419A-A936-E12BD5F4B717}" type="presOf" srcId="{76F192BB-1596-4FCD-9A5C-7C1C0EE24A9F}" destId="{071DA402-A7C0-4E1E-B79F-0078E123E26D}" srcOrd="0" destOrd="2" presId="urn:microsoft.com/office/officeart/2005/8/layout/hList1"/>
    <dgm:cxn modelId="{2C1B1828-893B-4DF6-AC13-860D5C535B76}" type="presOf" srcId="{01D7E585-596E-443A-9D74-3759621716E1}" destId="{6CC0C669-F3DA-477E-8385-C8425734F44B}" srcOrd="0" destOrd="0" presId="urn:microsoft.com/office/officeart/2005/8/layout/hList1"/>
    <dgm:cxn modelId="{08745C3A-4A6A-4ED6-955E-E8A8577C1B36}" srcId="{1ED89CEA-29BD-4258-88E9-DC3DB2DDE02C}" destId="{01D7E585-596E-443A-9D74-3759621716E1}" srcOrd="0" destOrd="0" parTransId="{A7644FE5-9FB0-4D7B-8422-07C36A6A3D05}" sibTransId="{7EAC8103-4278-4A30-B99B-E331B9C0F4EF}"/>
    <dgm:cxn modelId="{4E5C9043-5A61-4350-9F4B-D8D22DCBBFF2}" srcId="{D68F56BA-2060-4038-88EF-C0078F2B3B67}" destId="{76F192BB-1596-4FCD-9A5C-7C1C0EE24A9F}" srcOrd="2" destOrd="0" parTransId="{42B602AC-3859-4B0B-A9ED-2885C5EB103B}" sibTransId="{D18E9AD9-FB6A-4BF1-AEB4-93A6F139DE42}"/>
    <dgm:cxn modelId="{BC5EAC55-62A9-421D-A7D0-BCF2729BEB45}" srcId="{D68F56BA-2060-4038-88EF-C0078F2B3B67}" destId="{DC3E347A-C13A-49C3-86D3-6398A038F8B4}" srcOrd="1" destOrd="0" parTransId="{DC14B0DA-A42D-4899-BAF8-1A3FA704EC59}" sibTransId="{67B95C9E-9CFC-42C5-BA21-596D44264EE1}"/>
    <dgm:cxn modelId="{9A607F61-4AC2-4C50-BE14-CD55AA3CB863}" srcId="{D68F56BA-2060-4038-88EF-C0078F2B3B67}" destId="{EDE1C397-3B73-4153-973B-0A3B3B18C278}" srcOrd="3" destOrd="0" parTransId="{D6A7780C-6BEB-45BE-858F-8BA4576B9DFA}" sibTransId="{5396D469-7625-49C5-B9DF-C3630691A61E}"/>
    <dgm:cxn modelId="{FA6D3D63-6E3E-4976-9E60-7B066C03317C}" srcId="{01D7E585-596E-443A-9D74-3759621716E1}" destId="{CF59AC48-2E25-47BF-8939-4CF7F333DC1F}" srcOrd="1" destOrd="0" parTransId="{9D43C05F-80D5-419E-8A27-8BB3066D34DC}" sibTransId="{CD1453C1-3A2A-4AB4-913A-527AE7EBD3E8}"/>
    <dgm:cxn modelId="{87C5DB6B-FAE6-4777-847D-F6EA5F566216}" type="presOf" srcId="{693ABE49-80CF-4C6D-8749-831466462993}" destId="{3171CFF2-F12E-4376-8BA8-B4BBBBC2EA09}" srcOrd="0" destOrd="2" presId="urn:microsoft.com/office/officeart/2005/8/layout/hList1"/>
    <dgm:cxn modelId="{8AA59871-2270-41C3-A2EF-3DAF16798CA1}" type="presOf" srcId="{8D39F2B4-A105-4749-82EE-C5E63848E56D}" destId="{071DA402-A7C0-4E1E-B79F-0078E123E26D}" srcOrd="0" destOrd="4" presId="urn:microsoft.com/office/officeart/2005/8/layout/hList1"/>
    <dgm:cxn modelId="{E8792472-747A-429E-B7E4-CF0658AE5708}" srcId="{01D7E585-596E-443A-9D74-3759621716E1}" destId="{3C5508A8-60AC-4A7A-BF2D-27C117EA5FE5}" srcOrd="0" destOrd="0" parTransId="{83905D04-36DC-427E-A1C0-E47F1503D096}" sibTransId="{4B26C718-41BF-4FC5-86B0-85068E144B3F}"/>
    <dgm:cxn modelId="{FE0F897C-4091-4018-8AD5-4CA245839DA3}" type="presOf" srcId="{3C5508A8-60AC-4A7A-BF2D-27C117EA5FE5}" destId="{3171CFF2-F12E-4376-8BA8-B4BBBBC2EA09}" srcOrd="0" destOrd="0" presId="urn:microsoft.com/office/officeart/2005/8/layout/hList1"/>
    <dgm:cxn modelId="{8640A283-2D0F-4AB3-BEA6-7B42425D831F}" type="presOf" srcId="{CF59AC48-2E25-47BF-8939-4CF7F333DC1F}" destId="{3171CFF2-F12E-4376-8BA8-B4BBBBC2EA09}" srcOrd="0" destOrd="1" presId="urn:microsoft.com/office/officeart/2005/8/layout/hList1"/>
    <dgm:cxn modelId="{D50ECB8A-C77B-4A51-A931-4B09813854FE}" srcId="{D68F56BA-2060-4038-88EF-C0078F2B3B67}" destId="{2DC35A9B-569B-4ECB-8B50-E13A815A97AD}" srcOrd="0" destOrd="0" parTransId="{18AD2B38-4508-419E-9D73-D78FDA0C15A3}" sibTransId="{FBD65DAA-C4BA-40BD-AA44-088CDB523C51}"/>
    <dgm:cxn modelId="{55DE5092-068F-41BC-8435-14712FFF519E}" srcId="{D68F56BA-2060-4038-88EF-C0078F2B3B67}" destId="{2577E9F1-C867-4836-B0B5-36E0C3D6ECBB}" srcOrd="5" destOrd="0" parTransId="{E47BD51F-61CC-4D66-B815-0685B541211B}" sibTransId="{246D6FD4-7AA5-4A09-AE04-3D159EEE1C2A}"/>
    <dgm:cxn modelId="{A3D02C97-D1D2-4C13-8E4F-33B0A9D24E78}" type="presOf" srcId="{2577E9F1-C867-4836-B0B5-36E0C3D6ECBB}" destId="{071DA402-A7C0-4E1E-B79F-0078E123E26D}" srcOrd="0" destOrd="5" presId="urn:microsoft.com/office/officeart/2005/8/layout/hList1"/>
    <dgm:cxn modelId="{88EE7D99-2642-444B-832F-6581D68B145F}" type="presOf" srcId="{DC3E347A-C13A-49C3-86D3-6398A038F8B4}" destId="{071DA402-A7C0-4E1E-B79F-0078E123E26D}" srcOrd="0" destOrd="1" presId="urn:microsoft.com/office/officeart/2005/8/layout/hList1"/>
    <dgm:cxn modelId="{337A14B2-AC79-4FA0-89EF-2DC3358C2C0E}" srcId="{1ED89CEA-29BD-4258-88E9-DC3DB2DDE02C}" destId="{D68F56BA-2060-4038-88EF-C0078F2B3B67}" srcOrd="1" destOrd="0" parTransId="{E1640005-B2C4-4EEB-B344-9A43A5F6847A}" sibTransId="{83A76EF3-01B0-4E87-A566-0FA9B262A067}"/>
    <dgm:cxn modelId="{BB1CC8C8-4E16-4662-865E-013850CC9F25}" type="presOf" srcId="{1ED89CEA-29BD-4258-88E9-DC3DB2DDE02C}" destId="{C5671934-A942-455B-AC20-E71E002E4AD6}" srcOrd="0" destOrd="0" presId="urn:microsoft.com/office/officeart/2005/8/layout/hList1"/>
    <dgm:cxn modelId="{AFF1D6D3-B4C9-4AE5-988A-B14B7BC443EF}" type="presOf" srcId="{C6505445-A7E6-4231-8718-2FD9FA5B0E5D}" destId="{071DA402-A7C0-4E1E-B79F-0078E123E26D}" srcOrd="0" destOrd="7" presId="urn:microsoft.com/office/officeart/2005/8/layout/hList1"/>
    <dgm:cxn modelId="{0BFD02D5-A65B-49AE-BB69-DB128D310866}" type="presOf" srcId="{D68F56BA-2060-4038-88EF-C0078F2B3B67}" destId="{4F745FAC-A446-43AE-BF1A-42CD8BD6E2A2}" srcOrd="0" destOrd="0" presId="urn:microsoft.com/office/officeart/2005/8/layout/hList1"/>
    <dgm:cxn modelId="{E0BC0BE0-46F4-4EB9-AABA-2555B21320B6}" type="presOf" srcId="{2DC35A9B-569B-4ECB-8B50-E13A815A97AD}" destId="{071DA402-A7C0-4E1E-B79F-0078E123E26D}" srcOrd="0" destOrd="0" presId="urn:microsoft.com/office/officeart/2005/8/layout/hList1"/>
    <dgm:cxn modelId="{2E9C95E1-9240-4EAC-8A78-2BADAB339A86}" srcId="{01D7E585-596E-443A-9D74-3759621716E1}" destId="{693ABE49-80CF-4C6D-8749-831466462993}" srcOrd="2" destOrd="0" parTransId="{663068D8-FF65-4E0F-BE9A-395CF47738FA}" sibTransId="{72302167-F45B-43F3-8D00-51585A953057}"/>
    <dgm:cxn modelId="{74A1BBE1-85CC-42F3-8F17-96083700A17D}" srcId="{D68F56BA-2060-4038-88EF-C0078F2B3B67}" destId="{8D39F2B4-A105-4749-82EE-C5E63848E56D}" srcOrd="4" destOrd="0" parTransId="{F4DB2435-153F-4771-A78A-170B88D3EB18}" sibTransId="{3241F17D-C1FE-41BE-8A2D-F4E4F8B1DA9D}"/>
    <dgm:cxn modelId="{AD1280E5-79A9-47A5-B136-59743B461E02}" srcId="{D68F56BA-2060-4038-88EF-C0078F2B3B67}" destId="{C6505445-A7E6-4231-8718-2FD9FA5B0E5D}" srcOrd="7" destOrd="0" parTransId="{90A038BA-67AB-49D4-9010-7F140E9F0853}" sibTransId="{E944BA30-93F8-47A3-88CA-01E9433835C3}"/>
    <dgm:cxn modelId="{BB665EF7-8D26-4D9F-A7F7-390C9B23EC1C}" type="presOf" srcId="{B1EC2B2C-C6C2-4BFE-8E05-99F81D465432}" destId="{071DA402-A7C0-4E1E-B79F-0078E123E26D}" srcOrd="0" destOrd="6" presId="urn:microsoft.com/office/officeart/2005/8/layout/hList1"/>
    <dgm:cxn modelId="{65D177B2-55C9-4B45-8F42-FE3BBF5AA50C}" type="presParOf" srcId="{C5671934-A942-455B-AC20-E71E002E4AD6}" destId="{E70F6BC6-BF2D-4DD2-BF6B-A8DF23F8DFCC}" srcOrd="0" destOrd="0" presId="urn:microsoft.com/office/officeart/2005/8/layout/hList1"/>
    <dgm:cxn modelId="{40979B01-93EB-4442-994B-15078B9D9395}" type="presParOf" srcId="{E70F6BC6-BF2D-4DD2-BF6B-A8DF23F8DFCC}" destId="{6CC0C669-F3DA-477E-8385-C8425734F44B}" srcOrd="0" destOrd="0" presId="urn:microsoft.com/office/officeart/2005/8/layout/hList1"/>
    <dgm:cxn modelId="{91092980-5EB3-4922-B6FA-B71590FECF61}" type="presParOf" srcId="{E70F6BC6-BF2D-4DD2-BF6B-A8DF23F8DFCC}" destId="{3171CFF2-F12E-4376-8BA8-B4BBBBC2EA09}" srcOrd="1" destOrd="0" presId="urn:microsoft.com/office/officeart/2005/8/layout/hList1"/>
    <dgm:cxn modelId="{72D427D8-2E96-42CF-B08B-30DF20DB46FA}" type="presParOf" srcId="{C5671934-A942-455B-AC20-E71E002E4AD6}" destId="{14DB133B-41C7-4D7D-A096-D40BC16840C3}" srcOrd="1" destOrd="0" presId="urn:microsoft.com/office/officeart/2005/8/layout/hList1"/>
    <dgm:cxn modelId="{05404218-A0D0-491C-A628-BD717BD3ABC5}" type="presParOf" srcId="{C5671934-A942-455B-AC20-E71E002E4AD6}" destId="{24115A1E-EA3B-42DC-AA2A-6E7672D85131}" srcOrd="2" destOrd="0" presId="urn:microsoft.com/office/officeart/2005/8/layout/hList1"/>
    <dgm:cxn modelId="{287625EC-8FA0-443F-ACE2-5D0E28F4C032}" type="presParOf" srcId="{24115A1E-EA3B-42DC-AA2A-6E7672D85131}" destId="{4F745FAC-A446-43AE-BF1A-42CD8BD6E2A2}" srcOrd="0" destOrd="0" presId="urn:microsoft.com/office/officeart/2005/8/layout/hList1"/>
    <dgm:cxn modelId="{BD0F7222-878E-4AB3-936B-14B5E34A9E0D}" type="presParOf" srcId="{24115A1E-EA3B-42DC-AA2A-6E7672D85131}" destId="{071DA402-A7C0-4E1E-B79F-0078E123E26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1AF4E7-72DA-4592-A430-33769875B018}">
      <dsp:nvSpPr>
        <dsp:cNvPr id="0" name=""/>
        <dsp:cNvSpPr/>
      </dsp:nvSpPr>
      <dsp:spPr>
        <a:xfrm>
          <a:off x="5134" y="960626"/>
          <a:ext cx="2626332" cy="735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 dirty="0"/>
            <a:t>4D BIM Capabilities</a:t>
          </a:r>
        </a:p>
      </dsp:txBody>
      <dsp:txXfrm>
        <a:off x="5134" y="960626"/>
        <a:ext cx="2626332" cy="735075"/>
      </dsp:txXfrm>
    </dsp:sp>
    <dsp:sp modelId="{DDA50E5E-CAA1-427B-8BFB-1DCA25CFD957}">
      <dsp:nvSpPr>
        <dsp:cNvPr id="0" name=""/>
        <dsp:cNvSpPr/>
      </dsp:nvSpPr>
      <dsp:spPr>
        <a:xfrm>
          <a:off x="2631467" y="110696"/>
          <a:ext cx="525266" cy="2434935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15227D-FC88-4029-9093-B7114A89336D}">
      <dsp:nvSpPr>
        <dsp:cNvPr id="0" name=""/>
        <dsp:cNvSpPr/>
      </dsp:nvSpPr>
      <dsp:spPr>
        <a:xfrm>
          <a:off x="3366840" y="110696"/>
          <a:ext cx="7143624" cy="243493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200" kern="1200" dirty="0"/>
            <a:t>Integrated Scheduling and Visualisation (integrated time, cost, and resources into clear, visual 4D schedules)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200" kern="1200" dirty="0"/>
            <a:t>Scenario and Conflict Analysis (forecasting, testing alternatives, and scheduling conflicts)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200" kern="1200" dirty="0"/>
            <a:t>Progress and Continuity Tracking (visual monitoring of resources, workloads, and schedule updates)</a:t>
          </a:r>
        </a:p>
      </dsp:txBody>
      <dsp:txXfrm>
        <a:off x="3366840" y="110696"/>
        <a:ext cx="7143624" cy="2434935"/>
      </dsp:txXfrm>
    </dsp:sp>
    <dsp:sp modelId="{3C883009-C904-4D0E-888B-EFAE4048957F}">
      <dsp:nvSpPr>
        <dsp:cNvPr id="0" name=""/>
        <dsp:cNvSpPr/>
      </dsp:nvSpPr>
      <dsp:spPr>
        <a:xfrm>
          <a:off x="5134" y="3468807"/>
          <a:ext cx="2626332" cy="4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4D BIM Limitations</a:t>
          </a:r>
        </a:p>
      </dsp:txBody>
      <dsp:txXfrm>
        <a:off x="5134" y="3468807"/>
        <a:ext cx="2626332" cy="435600"/>
      </dsp:txXfrm>
    </dsp:sp>
    <dsp:sp modelId="{AAFA0245-E0D8-4736-8B9E-8CB1EFABB6B8}">
      <dsp:nvSpPr>
        <dsp:cNvPr id="0" name=""/>
        <dsp:cNvSpPr/>
      </dsp:nvSpPr>
      <dsp:spPr>
        <a:xfrm>
          <a:off x="2631467" y="2624832"/>
          <a:ext cx="525266" cy="2123550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2CD42E-9150-4537-82E4-3D3F68B0175F}">
      <dsp:nvSpPr>
        <dsp:cNvPr id="0" name=""/>
        <dsp:cNvSpPr/>
      </dsp:nvSpPr>
      <dsp:spPr>
        <a:xfrm>
          <a:off x="3366840" y="2624832"/>
          <a:ext cx="7143624" cy="212355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200" kern="1200" dirty="0"/>
            <a:t>Limited Intelligence (cannot predict or adapt to changing project conditions)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200" kern="1200" dirty="0"/>
            <a:t>Manual and Static (depends on user input with non-optimised visualisations)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200" kern="1200" dirty="0"/>
            <a:t>No Optimisation (lacks automated allocation, leveling, or flexible scheduling capabilities)</a:t>
          </a:r>
        </a:p>
      </dsp:txBody>
      <dsp:txXfrm>
        <a:off x="3366840" y="2624832"/>
        <a:ext cx="7143624" cy="21235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66D57C-AD5C-4672-8F48-836A1A09AE01}">
      <dsp:nvSpPr>
        <dsp:cNvPr id="0" name=""/>
        <dsp:cNvSpPr/>
      </dsp:nvSpPr>
      <dsp:spPr>
        <a:xfrm>
          <a:off x="5134" y="733981"/>
          <a:ext cx="2626332" cy="735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4D BIM Capabilities</a:t>
          </a:r>
        </a:p>
      </dsp:txBody>
      <dsp:txXfrm>
        <a:off x="5134" y="733981"/>
        <a:ext cx="2626332" cy="735075"/>
      </dsp:txXfrm>
    </dsp:sp>
    <dsp:sp modelId="{CFEC104C-E5FE-4CC5-BABD-1FABC1A39BE9}">
      <dsp:nvSpPr>
        <dsp:cNvPr id="0" name=""/>
        <dsp:cNvSpPr/>
      </dsp:nvSpPr>
      <dsp:spPr>
        <a:xfrm>
          <a:off x="2631467" y="67819"/>
          <a:ext cx="525266" cy="2067398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9F94A8-09E3-4302-8EB9-221C353F006C}">
      <dsp:nvSpPr>
        <dsp:cNvPr id="0" name=""/>
        <dsp:cNvSpPr/>
      </dsp:nvSpPr>
      <dsp:spPr>
        <a:xfrm>
          <a:off x="3366840" y="67819"/>
          <a:ext cx="7143624" cy="206739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200" kern="1200" dirty="0"/>
            <a:t>Enhanced Visualisation and Shared Understanding (4D visual models that improve workflow comprehension and coordination among teams)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200" kern="1200" dirty="0"/>
            <a:t>Centralised Information Sharing (facilitates collaboration through common data environments and integrated model-based communication)</a:t>
          </a:r>
        </a:p>
      </dsp:txBody>
      <dsp:txXfrm>
        <a:off x="3366840" y="67819"/>
        <a:ext cx="7143624" cy="2067398"/>
      </dsp:txXfrm>
    </dsp:sp>
    <dsp:sp modelId="{3335FF0B-A634-4311-9AA9-59B2D05350BB}">
      <dsp:nvSpPr>
        <dsp:cNvPr id="0" name=""/>
        <dsp:cNvSpPr/>
      </dsp:nvSpPr>
      <dsp:spPr>
        <a:xfrm>
          <a:off x="5134" y="3031168"/>
          <a:ext cx="2626332" cy="4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4D BIM Limitations</a:t>
          </a:r>
        </a:p>
      </dsp:txBody>
      <dsp:txXfrm>
        <a:off x="5134" y="3031168"/>
        <a:ext cx="2626332" cy="435600"/>
      </dsp:txXfrm>
    </dsp:sp>
    <dsp:sp modelId="{35FB1B69-5C96-4D86-A32A-339009B775D1}">
      <dsp:nvSpPr>
        <dsp:cNvPr id="0" name=""/>
        <dsp:cNvSpPr/>
      </dsp:nvSpPr>
      <dsp:spPr>
        <a:xfrm>
          <a:off x="2631467" y="2214418"/>
          <a:ext cx="525266" cy="2069100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6F9860-5AAD-447E-B695-58EDAB0168B7}">
      <dsp:nvSpPr>
        <dsp:cNvPr id="0" name=""/>
        <dsp:cNvSpPr/>
      </dsp:nvSpPr>
      <dsp:spPr>
        <a:xfrm>
          <a:off x="3366840" y="2214418"/>
          <a:ext cx="7143624" cy="206910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200" kern="1200" dirty="0"/>
            <a:t>Limited Interactivity and Automation (coordination still depends on manual updates and user interpretation rather than automated communication)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200" kern="1200" dirty="0"/>
            <a:t>Lack of Real-Time Feedback (cannot dynamically resolve miscommunication or synchronise updates across stakeholders in real time)</a:t>
          </a:r>
        </a:p>
      </dsp:txBody>
      <dsp:txXfrm>
        <a:off x="3366840" y="2214418"/>
        <a:ext cx="7143624" cy="20691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BEBE37-A84B-483E-8A55-058A59A1AA95}">
      <dsp:nvSpPr>
        <dsp:cNvPr id="0" name=""/>
        <dsp:cNvSpPr/>
      </dsp:nvSpPr>
      <dsp:spPr>
        <a:xfrm>
          <a:off x="5134" y="543406"/>
          <a:ext cx="2626332" cy="735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4D BIM Capabilities</a:t>
          </a:r>
        </a:p>
      </dsp:txBody>
      <dsp:txXfrm>
        <a:off x="5134" y="543406"/>
        <a:ext cx="2626332" cy="735075"/>
      </dsp:txXfrm>
    </dsp:sp>
    <dsp:sp modelId="{8440BF2A-E573-4E1C-B705-4069105A831B}">
      <dsp:nvSpPr>
        <dsp:cNvPr id="0" name=""/>
        <dsp:cNvSpPr/>
      </dsp:nvSpPr>
      <dsp:spPr>
        <a:xfrm>
          <a:off x="2631467" y="15071"/>
          <a:ext cx="525266" cy="1791745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DDDBA1-834D-42FF-953C-F359DF9284A3}">
      <dsp:nvSpPr>
        <dsp:cNvPr id="0" name=""/>
        <dsp:cNvSpPr/>
      </dsp:nvSpPr>
      <dsp:spPr>
        <a:xfrm>
          <a:off x="3366840" y="15071"/>
          <a:ext cx="7143624" cy="179174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200" kern="1200" dirty="0"/>
            <a:t>Data Integration and Visualisation (combines 3D/4D project data and provides visual dashboards for activity-level monitoring)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200" kern="1200" dirty="0"/>
            <a:t>Standardised Information Exchange (IFC standards to support structured data sharing across platforms)</a:t>
          </a:r>
        </a:p>
      </dsp:txBody>
      <dsp:txXfrm>
        <a:off x="3366840" y="15071"/>
        <a:ext cx="7143624" cy="1791745"/>
      </dsp:txXfrm>
    </dsp:sp>
    <dsp:sp modelId="{10717143-E3DD-4F3E-8B61-7E8B679BA322}">
      <dsp:nvSpPr>
        <dsp:cNvPr id="0" name=""/>
        <dsp:cNvSpPr/>
      </dsp:nvSpPr>
      <dsp:spPr>
        <a:xfrm>
          <a:off x="5134" y="2893341"/>
          <a:ext cx="2626332" cy="4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4D BIM Limitations</a:t>
          </a:r>
        </a:p>
      </dsp:txBody>
      <dsp:txXfrm>
        <a:off x="5134" y="2893341"/>
        <a:ext cx="2626332" cy="435600"/>
      </dsp:txXfrm>
    </dsp:sp>
    <dsp:sp modelId="{B4F80162-3082-476C-8843-615A27590102}">
      <dsp:nvSpPr>
        <dsp:cNvPr id="0" name=""/>
        <dsp:cNvSpPr/>
      </dsp:nvSpPr>
      <dsp:spPr>
        <a:xfrm>
          <a:off x="2631467" y="1886016"/>
          <a:ext cx="525266" cy="2450250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E7959B-6220-42CA-80D5-04A9E52416DF}">
      <dsp:nvSpPr>
        <dsp:cNvPr id="0" name=""/>
        <dsp:cNvSpPr/>
      </dsp:nvSpPr>
      <dsp:spPr>
        <a:xfrm>
          <a:off x="3366840" y="1886016"/>
          <a:ext cx="7143624" cy="245025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200" kern="1200" dirty="0"/>
            <a:t>Limited Connectivity (lacks real-time integration with IoT, sensors, and external data systems)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200" kern="1200" dirty="0"/>
            <a:t>Restricted Data Scope (focuses on activity-level information, excluding worker-level or labour market analytics)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200" kern="1200" dirty="0"/>
            <a:t>Data Quality Dependence (relies on consistency and accuracy of external data sources)</a:t>
          </a:r>
        </a:p>
      </dsp:txBody>
      <dsp:txXfrm>
        <a:off x="3366840" y="1886016"/>
        <a:ext cx="7143624" cy="24502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F8F44-B19E-4052-8098-71B5CA7D90CC}">
      <dsp:nvSpPr>
        <dsp:cNvPr id="0" name=""/>
        <dsp:cNvSpPr/>
      </dsp:nvSpPr>
      <dsp:spPr>
        <a:xfrm>
          <a:off x="3286" y="83350"/>
          <a:ext cx="3203971" cy="638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b="1" kern="1200" dirty="0"/>
            <a:t>Inefficient Planning &amp; Allocation </a:t>
          </a:r>
        </a:p>
      </dsp:txBody>
      <dsp:txXfrm>
        <a:off x="3286" y="83350"/>
        <a:ext cx="3203971" cy="638097"/>
      </dsp:txXfrm>
    </dsp:sp>
    <dsp:sp modelId="{ACA2C5EA-D187-42D7-89B6-CF4CDA7D71DD}">
      <dsp:nvSpPr>
        <dsp:cNvPr id="0" name=""/>
        <dsp:cNvSpPr/>
      </dsp:nvSpPr>
      <dsp:spPr>
        <a:xfrm>
          <a:off x="3286" y="721447"/>
          <a:ext cx="3203971" cy="35465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Neural Networks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Fuzzy Logic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Predictive Analytics and Machine Learning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Genetic Algorithms (GA)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Heuristic Optimization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/>
            <a:t>Optimisation</a:t>
          </a:r>
          <a:r>
            <a:rPr lang="en-US" sz="1700" kern="1200" dirty="0"/>
            <a:t> Algorithms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Multi-Agent Systems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Predictive Scheduling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Reinforcement Learning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AI-assisted Simulation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Knowledge-Based Systems</a:t>
          </a:r>
          <a:endParaRPr lang="en-AU" sz="1700" kern="1200" dirty="0"/>
        </a:p>
      </dsp:txBody>
      <dsp:txXfrm>
        <a:off x="3286" y="721447"/>
        <a:ext cx="3203971" cy="3546540"/>
      </dsp:txXfrm>
    </dsp:sp>
    <dsp:sp modelId="{CBF2E6D6-CDB0-4F1E-A711-63B056967B88}">
      <dsp:nvSpPr>
        <dsp:cNvPr id="0" name=""/>
        <dsp:cNvSpPr/>
      </dsp:nvSpPr>
      <dsp:spPr>
        <a:xfrm>
          <a:off x="3655814" y="83350"/>
          <a:ext cx="3203971" cy="638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b="1" kern="1200" dirty="0"/>
            <a:t>Communication &amp; Coordination Issues</a:t>
          </a:r>
        </a:p>
      </dsp:txBody>
      <dsp:txXfrm>
        <a:off x="3655814" y="83350"/>
        <a:ext cx="3203971" cy="638097"/>
      </dsp:txXfrm>
    </dsp:sp>
    <dsp:sp modelId="{3A69F579-A05D-41E2-93BC-D29FDF339D4F}">
      <dsp:nvSpPr>
        <dsp:cNvPr id="0" name=""/>
        <dsp:cNvSpPr/>
      </dsp:nvSpPr>
      <dsp:spPr>
        <a:xfrm>
          <a:off x="3655814" y="721447"/>
          <a:ext cx="3203971" cy="35465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Natural Language Processing (NLP)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Natural Language Understanding (NLU)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Chatbots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Ontology Reasoning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Microservices Integration</a:t>
          </a:r>
          <a:endParaRPr lang="en-AU" sz="1700" kern="1200" dirty="0"/>
        </a:p>
      </dsp:txBody>
      <dsp:txXfrm>
        <a:off x="3655814" y="721447"/>
        <a:ext cx="3203971" cy="3546540"/>
      </dsp:txXfrm>
    </dsp:sp>
    <dsp:sp modelId="{30101844-90A1-4418-BA0D-3F8650D3600B}">
      <dsp:nvSpPr>
        <dsp:cNvPr id="0" name=""/>
        <dsp:cNvSpPr/>
      </dsp:nvSpPr>
      <dsp:spPr>
        <a:xfrm>
          <a:off x="7308342" y="83350"/>
          <a:ext cx="3203971" cy="638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b="1" kern="1200" dirty="0"/>
            <a:t>Fragmented Data &amp; Process</a:t>
          </a:r>
        </a:p>
      </dsp:txBody>
      <dsp:txXfrm>
        <a:off x="7308342" y="83350"/>
        <a:ext cx="3203971" cy="638097"/>
      </dsp:txXfrm>
    </dsp:sp>
    <dsp:sp modelId="{097E90B1-CC22-4F85-A71F-CC6F4EC20319}">
      <dsp:nvSpPr>
        <dsp:cNvPr id="0" name=""/>
        <dsp:cNvSpPr/>
      </dsp:nvSpPr>
      <dsp:spPr>
        <a:xfrm>
          <a:off x="7308342" y="721447"/>
          <a:ext cx="3203971" cy="35465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Microservices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Ontology Alignment and Reasoning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Predictive Analytics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AI-driven Dashboards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/>
            <a:t>AIoT</a:t>
          </a:r>
          <a:endParaRPr lang="en-A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Cloud AI Systems</a:t>
          </a:r>
          <a:endParaRPr lang="en-AU" sz="1700" kern="1200" dirty="0"/>
        </a:p>
      </dsp:txBody>
      <dsp:txXfrm>
        <a:off x="7308342" y="721447"/>
        <a:ext cx="3203971" cy="35465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0C669-F3DA-477E-8385-C8425734F44B}">
      <dsp:nvSpPr>
        <dsp:cNvPr id="0" name=""/>
        <dsp:cNvSpPr/>
      </dsp:nvSpPr>
      <dsp:spPr>
        <a:xfrm>
          <a:off x="51" y="33283"/>
          <a:ext cx="4913783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300" b="1" kern="1200" dirty="0"/>
            <a:t>Key Functions </a:t>
          </a:r>
        </a:p>
      </dsp:txBody>
      <dsp:txXfrm>
        <a:off x="51" y="33283"/>
        <a:ext cx="4913783" cy="662400"/>
      </dsp:txXfrm>
    </dsp:sp>
    <dsp:sp modelId="{3171CFF2-F12E-4376-8BA8-B4BBBBC2EA09}">
      <dsp:nvSpPr>
        <dsp:cNvPr id="0" name=""/>
        <dsp:cNvSpPr/>
      </dsp:nvSpPr>
      <dsp:spPr>
        <a:xfrm>
          <a:off x="51" y="695683"/>
          <a:ext cx="4913783" cy="36223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300" kern="1200"/>
            <a:t>Predictive and Proactive Planning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300" kern="1200"/>
            <a:t>Data Integration and Analysis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300" kern="1200"/>
            <a:t>Resource Allocation and Optimisation </a:t>
          </a:r>
        </a:p>
      </dsp:txBody>
      <dsp:txXfrm>
        <a:off x="51" y="695683"/>
        <a:ext cx="4913783" cy="3622370"/>
      </dsp:txXfrm>
    </dsp:sp>
    <dsp:sp modelId="{4F745FAC-A446-43AE-BF1A-42CD8BD6E2A2}">
      <dsp:nvSpPr>
        <dsp:cNvPr id="0" name=""/>
        <dsp:cNvSpPr/>
      </dsp:nvSpPr>
      <dsp:spPr>
        <a:xfrm>
          <a:off x="5601764" y="33283"/>
          <a:ext cx="4913783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300" b="1" kern="1200" dirty="0"/>
            <a:t>Additional Requirements </a:t>
          </a:r>
        </a:p>
      </dsp:txBody>
      <dsp:txXfrm>
        <a:off x="5601764" y="33283"/>
        <a:ext cx="4913783" cy="662400"/>
      </dsp:txXfrm>
    </dsp:sp>
    <dsp:sp modelId="{071DA402-A7C0-4E1E-B79F-0078E123E26D}">
      <dsp:nvSpPr>
        <dsp:cNvPr id="0" name=""/>
        <dsp:cNvSpPr/>
      </dsp:nvSpPr>
      <dsp:spPr>
        <a:xfrm>
          <a:off x="5601764" y="695683"/>
          <a:ext cx="4913783" cy="36223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300" kern="1200"/>
            <a:t>Optimise Resources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300" kern="1200"/>
            <a:t>Estimate Duration and Cost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300" kern="1200"/>
            <a:t>Forecast Delays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300" kern="1200"/>
            <a:t>Optimise Cost and Time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300" kern="1200"/>
            <a:t>Real-time Optimisation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300" kern="1200"/>
            <a:t>Clash Detection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300" kern="1200"/>
            <a:t>Predict Resource Shortage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300" kern="1200"/>
            <a:t>Estimate and Assign Resources to Schedule</a:t>
          </a:r>
        </a:p>
      </dsp:txBody>
      <dsp:txXfrm>
        <a:off x="5601764" y="695683"/>
        <a:ext cx="4913783" cy="36223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13DC6-8103-4549-A6E3-BA2D0527F2F6}" type="datetimeFigureOut"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47D37-7463-4AA8-AACB-1D2E99BBC60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06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office.com/Pages/ResponsePage.aspx?id=OPHbPg14GEGkjDHFK4ympZd2d5SZkhVAkFp9DdF6B79URFZZT0xGSTM2SDZQTVFHVTUxUEgzUFRBMC4u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Introduction – 10am</a:t>
            </a: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Presentations – 10:05am</a:t>
            </a: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Q&amp;A – 10:20am</a:t>
            </a: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Workshop Activity 1 – 10:30am</a:t>
            </a: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Workshop Activity 2 – 11:30am</a:t>
            </a: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Final Remark and Conclusion – 12:20pm</a:t>
            </a: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Lunch and Networking – 12:30pm 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347D37-7463-4AA8-AACB-1D2E99BBC609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02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US" dirty="0"/>
              <a:t>Communication and Coordination Issues</a:t>
            </a:r>
          </a:p>
          <a:p>
            <a:pPr marL="971550" lvl="1" indent="-5143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 dirty="0"/>
              <a:t>Poor communication and coordination, ineffective information flow, miscommunication leading to dispute, delays and rework.</a:t>
            </a:r>
            <a:endParaRPr lang="en-US" dirty="0">
              <a:ea typeface="Calibri"/>
              <a:cs typeface="Calibri"/>
            </a:endParaRP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US" dirty="0"/>
              <a:t>Labor Shortage and Workforce Capability </a:t>
            </a:r>
            <a:endParaRPr lang="en-US" dirty="0">
              <a:ea typeface="Calibri"/>
              <a:cs typeface="Calibri"/>
            </a:endParaRPr>
          </a:p>
          <a:p>
            <a:pPr marL="971550" lvl="1" indent="-5143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 dirty="0"/>
              <a:t>Shortage of skilled labor, heavy reliance on migrant workers, difficulty matching workers’ skills with task requirements, and human resource issues (e.g., absenteeism and low morale). </a:t>
            </a:r>
            <a:endParaRPr lang="en-US" dirty="0">
              <a:ea typeface="Calibri"/>
              <a:cs typeface="Calibri"/>
            </a:endParaRP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US" dirty="0"/>
              <a:t>Inefficient Planning and Allocation </a:t>
            </a:r>
            <a:endParaRPr lang="en-US" dirty="0">
              <a:ea typeface="Calibri"/>
              <a:cs typeface="Calibri"/>
            </a:endParaRPr>
          </a:p>
          <a:p>
            <a:pPr marL="971550" lvl="1" indent="-5143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 dirty="0"/>
              <a:t>Inaccurate resource estimation, poor resource allocation, poor prioritization of tasks, and programs not fully resourced.</a:t>
            </a:r>
            <a:endParaRPr lang="en-US" dirty="0">
              <a:ea typeface="Calibri"/>
              <a:cs typeface="Calibri"/>
            </a:endParaRP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US" dirty="0"/>
              <a:t>Supply Chain, Materials, and Operational Challenges</a:t>
            </a:r>
            <a:endParaRPr lang="en-US" dirty="0">
              <a:ea typeface="Calibri"/>
              <a:cs typeface="Calibri"/>
            </a:endParaRPr>
          </a:p>
          <a:p>
            <a:pPr marL="971550" lvl="1" indent="-5143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 dirty="0"/>
              <a:t>Delays in material delivery, limited availability of critical resources, site access issues, inadequate readiness of resources. </a:t>
            </a:r>
            <a:endParaRPr lang="en-US" dirty="0">
              <a:ea typeface="Calibri"/>
              <a:cs typeface="Calibri"/>
            </a:endParaRP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US" dirty="0"/>
              <a:t>Fragmented Data and Process</a:t>
            </a:r>
            <a:endParaRPr lang="en-US" dirty="0">
              <a:ea typeface="Calibri"/>
              <a:cs typeface="Calibri"/>
            </a:endParaRPr>
          </a:p>
          <a:p>
            <a:pPr marL="971550" lvl="1" indent="-5143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 dirty="0"/>
              <a:t>Siloed systems, incomplete or inaccurate data, lack of integrated change management and control, and limited access to data for decision making.</a:t>
            </a:r>
            <a:endParaRPr lang="en-US" dirty="0">
              <a:ea typeface="Calibri"/>
              <a:cs typeface="Calibri"/>
            </a:endParaRP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US" dirty="0"/>
              <a:t>Knowledge Gap and Resistance to Innovation </a:t>
            </a:r>
            <a:endParaRPr lang="en-US" dirty="0">
              <a:ea typeface="Calibri"/>
              <a:cs typeface="Calibri"/>
            </a:endParaRPr>
          </a:p>
          <a:p>
            <a:pPr marL="971550" lvl="1" indent="-5143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 dirty="0"/>
              <a:t>Reluctance to adopt emerging technologies, limited technical capability, client’s limited knowledge, and lack of awareness or training on effective resource management. 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Any comments on the challenges?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Are there any more challenges?</a:t>
            </a:r>
          </a:p>
          <a:p>
            <a:r>
              <a:rPr lang="en-US" dirty="0">
                <a:ea typeface="Calibri"/>
                <a:cs typeface="Calibri"/>
              </a:rPr>
              <a:t>How to overcome the challenges?</a:t>
            </a:r>
          </a:p>
          <a:p>
            <a:r>
              <a:rPr lang="en-US" dirty="0">
                <a:ea typeface="Calibri"/>
                <a:cs typeface="Calibri"/>
              </a:rPr>
              <a:t>Is there any role of BIM and/or AI in mitigating the challenges? </a:t>
            </a:r>
          </a:p>
          <a:p>
            <a:r>
              <a:rPr lang="en-US" dirty="0">
                <a:hlinkClick r:id="rId3"/>
              </a:rPr>
              <a:t>https://forms.office.com/Pages/ResponsePage.aspx?id=OPHbPg14GEGkjDHFK4ympZd2d5SZkhVAkFp9DdF6B79URFZZT0xGSTM2SDZQTVFHVTUxUEgzUFRBMC4u</a:t>
            </a:r>
            <a:r>
              <a:rPr lang="en-US" dirty="0"/>
              <a:t> 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347D37-7463-4AA8-AACB-1D2E99BBC609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13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AU" sz="1200" b="0" dirty="0"/>
              <a:t>Capabilities: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b="0" dirty="0"/>
              <a:t>Integrated Scheduling and Visualization: Combines time, cost, and resource data to create transparent, coordinated schedules with visual 4D simulations.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b="0" dirty="0"/>
              <a:t>Scenario and Conflict Analysis: Enables forecasting, scenario testing, and detection of sequencing conflicts to improve planning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b="0" dirty="0"/>
              <a:t>Progress and Continuity Tracking: Supports visual monitoring of resource use, workload balance, and schedule updates throughout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200" b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1200" b="0" dirty="0"/>
              <a:t>Limitations: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Lack of Predictive and Adaptive Intelligence: Cannot anticipate or respond dynamically to changing resource needs or project conditions. Manual and Static Processes: Relies on user input and provides static visualizations without real-time optimization. Absence of Optimization and Reasoning: Lacks algorithms or logic-based mechanisms for automated allocation, leveling, or flexible scheduling.</a:t>
            </a:r>
            <a:endParaRPr lang="en-AU" sz="1200" b="0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347D37-7463-4AA8-AACB-1D2E99BBC60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8469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Inaccurate resource estimation, </a:t>
            </a:r>
          </a:p>
          <a:p>
            <a:pPr marL="0" indent="0">
              <a:buNone/>
            </a:pPr>
            <a:r>
              <a:rPr lang="en-US" sz="1200" dirty="0"/>
              <a:t>poor resource allocation, poor prioritization of tasks, and programs not fully resourced. </a:t>
            </a:r>
            <a:endParaRPr lang="en-AU" sz="1200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347D37-7463-4AA8-AACB-1D2E99BBC60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1412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Inaccurate resource estimation, </a:t>
            </a:r>
          </a:p>
          <a:p>
            <a:pPr marL="0" indent="0">
              <a:buNone/>
            </a:pPr>
            <a:r>
              <a:rPr lang="en-US" sz="1200" dirty="0"/>
              <a:t>poor resource allocation, poor prioritization of tasks, and programs not fully resourced. </a:t>
            </a:r>
            <a:endParaRPr lang="en-AU" sz="1200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347D37-7463-4AA8-AACB-1D2E99BBC60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7393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integration of AI with 4D BIM can significantly </a:t>
            </a:r>
            <a:r>
              <a:rPr lang="en-AU" b="1" dirty="0"/>
              <a:t>enhance predictive, optimization, and decision-making capabilities</a:t>
            </a:r>
            <a:r>
              <a:rPr lang="en-AU" dirty="0"/>
              <a:t> in construction resource management.</a:t>
            </a:r>
          </a:p>
          <a:p>
            <a:r>
              <a:rPr lang="en-AU" dirty="0"/>
              <a:t>For </a:t>
            </a:r>
            <a:r>
              <a:rPr lang="en-AU" b="1" dirty="0"/>
              <a:t>inefficient planning and allocation</a:t>
            </a:r>
            <a:r>
              <a:rPr lang="en-AU" dirty="0"/>
              <a:t>, </a:t>
            </a:r>
            <a:r>
              <a:rPr lang="en-AU" b="1" dirty="0"/>
              <a:t>Machine Learning</a:t>
            </a:r>
            <a:r>
              <a:rPr lang="en-AU" dirty="0"/>
              <a:t>, </a:t>
            </a:r>
            <a:r>
              <a:rPr lang="en-AU" b="1" dirty="0"/>
              <a:t>Predictive Analytics</a:t>
            </a:r>
            <a:r>
              <a:rPr lang="en-AU" dirty="0"/>
              <a:t>, and </a:t>
            </a:r>
            <a:r>
              <a:rPr lang="en-AU" b="1" dirty="0"/>
              <a:t>Optimization Algorithms</a:t>
            </a:r>
            <a:r>
              <a:rPr lang="en-AU" dirty="0"/>
              <a:t> (e.g., Genetic Algorithms, Reinforcement Learning) provide a strong complement to 4D BIM’s static visualization and simulation. These AI techniques introduce dynamic scheduling, demand prediction, and multi-objective optimization, addressing 4D BIM’s lack of predictive and adaptive functionality (</a:t>
            </a:r>
            <a:r>
              <a:rPr lang="en-AU" dirty="0" err="1"/>
              <a:t>Alzara</a:t>
            </a:r>
            <a:r>
              <a:rPr lang="en-AU" dirty="0"/>
              <a:t> et al., 2023).</a:t>
            </a:r>
          </a:p>
          <a:p>
            <a:r>
              <a:rPr lang="en-AU" b="1" dirty="0"/>
              <a:t>Communication and coordination issues</a:t>
            </a:r>
            <a:r>
              <a:rPr lang="en-AU" dirty="0"/>
              <a:t> benefit from </a:t>
            </a:r>
            <a:r>
              <a:rPr lang="en-AU" b="1" dirty="0"/>
              <a:t>Natural Language Processing (NLP)</a:t>
            </a:r>
            <a:r>
              <a:rPr lang="en-AU" dirty="0"/>
              <a:t>, </a:t>
            </a:r>
            <a:r>
              <a:rPr lang="en-AU" b="1" dirty="0"/>
              <a:t>Chatbots</a:t>
            </a:r>
            <a:r>
              <a:rPr lang="en-AU" dirty="0"/>
              <a:t>, and </a:t>
            </a:r>
            <a:r>
              <a:rPr lang="en-AU" b="1" dirty="0"/>
              <a:t>Ontology-based reasoning</a:t>
            </a:r>
            <a:r>
              <a:rPr lang="en-AU" dirty="0"/>
              <a:t>, which enable intuitive human–machine interaction and enhance knowledge sharing. Integrating NLP-driven systems with BIM environments allows automated reporting and improved stakeholder communication (Lin, 2023; Nabavi et al., 2023).</a:t>
            </a:r>
          </a:p>
          <a:p>
            <a:r>
              <a:rPr lang="en-AU" b="1" dirty="0"/>
              <a:t>Fragmented data and process challenges</a:t>
            </a:r>
            <a:r>
              <a:rPr lang="en-AU" dirty="0"/>
              <a:t> are best addressed through </a:t>
            </a:r>
            <a:r>
              <a:rPr lang="en-AU" b="1" dirty="0" err="1"/>
              <a:t>AIoT</a:t>
            </a:r>
            <a:r>
              <a:rPr lang="en-AU" dirty="0"/>
              <a:t>, </a:t>
            </a:r>
            <a:r>
              <a:rPr lang="en-AU" b="1" dirty="0"/>
              <a:t>Microservices</a:t>
            </a:r>
            <a:r>
              <a:rPr lang="en-AU" dirty="0"/>
              <a:t>, and </a:t>
            </a:r>
            <a:r>
              <a:rPr lang="en-AU" b="1" dirty="0"/>
              <a:t>Cloud AI systems</a:t>
            </a:r>
            <a:r>
              <a:rPr lang="en-AU" dirty="0"/>
              <a:t>, which facilitate interoperability and real-time data integration (Saleh et al., 2024; Qi, 2023). These tools can extend BIM’s static data environment into a live, connected ecosystem capable of aggregating sensor data, performance metrics, and predictive dashboards.</a:t>
            </a:r>
          </a:p>
          <a:p>
            <a:r>
              <a:rPr lang="en-AU" dirty="0"/>
              <a:t>However, several limitations persist. AI approaches demand </a:t>
            </a:r>
            <a:r>
              <a:rPr lang="en-AU" b="1" dirty="0"/>
              <a:t>large, high-quality datasets</a:t>
            </a:r>
            <a:r>
              <a:rPr lang="en-AU" dirty="0"/>
              <a:t>, </a:t>
            </a:r>
            <a:r>
              <a:rPr lang="en-AU" b="1" dirty="0"/>
              <a:t>semantic interoperability</a:t>
            </a:r>
            <a:r>
              <a:rPr lang="en-AU" dirty="0"/>
              <a:t>, and </a:t>
            </a:r>
            <a:r>
              <a:rPr lang="en-AU" b="1" dirty="0"/>
              <a:t>computational capacity</a:t>
            </a:r>
            <a:r>
              <a:rPr lang="en-AU" dirty="0"/>
              <a:t> that may not yet be standard in current BIM implementations (Kor et al., 2023). Furthermore, while AI can automate forecasting and scheduling, </a:t>
            </a:r>
            <a:r>
              <a:rPr lang="en-AU" b="1" dirty="0"/>
              <a:t>contextual human judgment</a:t>
            </a:r>
            <a:r>
              <a:rPr lang="en-AU" dirty="0"/>
              <a:t> and </a:t>
            </a:r>
            <a:r>
              <a:rPr lang="en-AU" b="1" dirty="0"/>
              <a:t>multi-disciplinary collaboration</a:t>
            </a:r>
            <a:r>
              <a:rPr lang="en-AU" dirty="0"/>
              <a:t> remain essential, particularly for unforeseen project dynamics and socio-organizational issues that purely algorithmic methods struggle to interpret.</a:t>
            </a:r>
          </a:p>
          <a:p>
            <a:r>
              <a:rPr lang="en-AU" dirty="0"/>
              <a:t>In summary, while </a:t>
            </a:r>
            <a:r>
              <a:rPr lang="en-AU" b="1" dirty="0"/>
              <a:t>AI methods can complement 4D BIM</a:t>
            </a:r>
            <a:r>
              <a:rPr lang="en-AU" dirty="0"/>
              <a:t> by enabling predictive, adaptive, and real-time intelligence, </a:t>
            </a:r>
            <a:r>
              <a:rPr lang="en-AU" b="1" dirty="0"/>
              <a:t>the full integration</a:t>
            </a:r>
            <a:r>
              <a:rPr lang="en-AU" dirty="0"/>
              <a:t> of these technologies requires advances in </a:t>
            </a:r>
            <a:r>
              <a:rPr lang="en-AU" b="1" dirty="0"/>
              <a:t>data standardization, interoperability frameworks, and industry readiness</a:t>
            </a:r>
            <a:r>
              <a:rPr lang="en-AU" dirty="0"/>
              <a:t> to realize their combined potential.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347D37-7463-4AA8-AACB-1D2E99BBC60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8514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Predictive and Proactive Planning:</a:t>
            </a:r>
          </a:p>
          <a:p>
            <a:pPr marL="171450" indent="-171450">
              <a:buFontTx/>
              <a:buChar char="-"/>
            </a:pPr>
            <a:r>
              <a:rPr lang="en-AU" dirty="0"/>
              <a:t>Predict resource shortage </a:t>
            </a:r>
          </a:p>
          <a:p>
            <a:pPr marL="171450" indent="-171450">
              <a:buFontTx/>
              <a:buChar char="-"/>
            </a:pPr>
            <a:r>
              <a:rPr lang="en-AU" dirty="0"/>
              <a:t>Forecast future requirements </a:t>
            </a:r>
          </a:p>
          <a:p>
            <a:pPr marL="171450" indent="-171450">
              <a:buFontTx/>
              <a:buChar char="-"/>
            </a:pPr>
            <a:r>
              <a:rPr lang="en-AU" dirty="0"/>
              <a:t>Alert project team for more proactive decision-making</a:t>
            </a:r>
          </a:p>
          <a:p>
            <a:r>
              <a:rPr lang="en-AU" dirty="0"/>
              <a:t>Data Integration and Analysis:</a:t>
            </a:r>
          </a:p>
          <a:p>
            <a:pPr marL="171450" indent="-171450">
              <a:buFontTx/>
              <a:buChar char="-"/>
            </a:pPr>
            <a:r>
              <a:rPr lang="en-AU" dirty="0"/>
              <a:t>Gather and analyse data (e.g., design drawings) to support accurate estimation and resource forecasting. </a:t>
            </a:r>
          </a:p>
          <a:p>
            <a:r>
              <a:rPr lang="en-AU" dirty="0"/>
              <a:t>Resource Allocation and Optimization:</a:t>
            </a:r>
          </a:p>
          <a:p>
            <a:r>
              <a:rPr lang="en-AU" dirty="0"/>
              <a:t>- Optimise resource allocation considering factors such as availability, productivity, and task suitability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347D37-7463-4AA8-AACB-1D2E99BBC60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24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Focus Group: Research on Resource Management in Construction, 26 September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Focus Group: Research on Resource Management in Construction, 26 September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Focus Group: Research on Resource Management in Construction, 26 September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Focus Group: Research on Resource Management in Construction, 26 September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Focus Group: Research on Resource Management in Construction, 26 September 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Focus Group: Research on Resource Management in Construction, 26 September 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Focus Group: Research on Resource Management in Construction, 26 September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Focus Group: Research on Resource Management in Construction, 26 September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Focus Group: Research on Resource Management in Construction, 26 September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Focus Group: Research on Resource Management in Construction, 26 September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Focus Group: Research on Resource Management in Construction, 26 September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Focus Group: Research on Resource Management in Construction, 26 September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24493"/>
            <a:ext cx="9144000" cy="2009554"/>
          </a:xfrm>
        </p:spPr>
        <p:txBody>
          <a:bodyPr>
            <a:noAutofit/>
          </a:bodyPr>
          <a:lstStyle/>
          <a:p>
            <a:r>
              <a:rPr lang="en-US" sz="4000" dirty="0"/>
              <a:t>Workshop: </a:t>
            </a:r>
            <a:br>
              <a:rPr lang="en-US" sz="4000" dirty="0"/>
            </a:br>
            <a:r>
              <a:rPr lang="en-US" sz="4000" dirty="0"/>
              <a:t>Developing an Integrated and Smart System for Resource Management in Construction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29469"/>
            <a:ext cx="9144000" cy="157362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Dr. Ali </a:t>
            </a:r>
            <a:r>
              <a:rPr lang="en-US" dirty="0" err="1"/>
              <a:t>Alashwal</a:t>
            </a:r>
            <a:r>
              <a:rPr lang="en-US" dirty="0"/>
              <a:t> </a:t>
            </a:r>
          </a:p>
          <a:p>
            <a:r>
              <a:rPr lang="en-US" dirty="0"/>
              <a:t>Dr. Amer Hijazi</a:t>
            </a:r>
          </a:p>
          <a:p>
            <a:r>
              <a:rPr lang="en-US" dirty="0"/>
              <a:t>Damian </a:t>
            </a:r>
            <a:r>
              <a:rPr lang="en-US" dirty="0">
                <a:ea typeface="+mn-lt"/>
                <a:cs typeface="+mn-lt"/>
              </a:rPr>
              <a:t>Nguyen </a:t>
            </a:r>
          </a:p>
          <a:p>
            <a:r>
              <a:rPr lang="en-US" dirty="0"/>
              <a:t>Max Sun</a:t>
            </a:r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3A3AEBD2-17B6-AB2D-97CD-E1137503F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574231"/>
            <a:ext cx="29337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C40B3-E2A2-22A6-F442-ED5597E9D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B43AD-1CA7-9191-5AC8-9875C5B91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3AAA3E-AC4A-7728-0077-DC9D4C3D3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737759"/>
              </p:ext>
            </p:extLst>
          </p:nvPr>
        </p:nvGraphicFramePr>
        <p:xfrm>
          <a:off x="835586" y="1818775"/>
          <a:ext cx="10526228" cy="38802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47455">
                  <a:extLst>
                    <a:ext uri="{9D8B030D-6E8A-4147-A177-3AD203B41FA5}">
                      <a16:colId xmlns:a16="http://schemas.microsoft.com/office/drawing/2014/main" val="167842045"/>
                    </a:ext>
                  </a:extLst>
                </a:gridCol>
                <a:gridCol w="4406294">
                  <a:extLst>
                    <a:ext uri="{9D8B030D-6E8A-4147-A177-3AD203B41FA5}">
                      <a16:colId xmlns:a16="http://schemas.microsoft.com/office/drawing/2014/main" val="583874827"/>
                    </a:ext>
                  </a:extLst>
                </a:gridCol>
                <a:gridCol w="3172479">
                  <a:extLst>
                    <a:ext uri="{9D8B030D-6E8A-4147-A177-3AD203B41FA5}">
                      <a16:colId xmlns:a16="http://schemas.microsoft.com/office/drawing/2014/main" val="3945215176"/>
                    </a:ext>
                  </a:extLst>
                </a:gridCol>
              </a:tblGrid>
              <a:tr h="418669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</a:rPr>
                        <a:t>Time</a:t>
                      </a:r>
                    </a:p>
                  </a:txBody>
                  <a:tcPr marL="68580" marR="68580" anchor="ctr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</a:rPr>
                        <a:t>Item</a:t>
                      </a:r>
                    </a:p>
                  </a:txBody>
                  <a:tcPr marL="68580" marR="68580" anchor="ctr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</a:rPr>
                        <a:t>Presenters/Participants</a:t>
                      </a:r>
                    </a:p>
                  </a:txBody>
                  <a:tcPr marL="68580" marR="68580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352068"/>
                  </a:ext>
                </a:extLst>
              </a:tr>
              <a:tr h="446733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9:30am – 9:45am</a:t>
                      </a:r>
                      <a:endParaRPr lang="en-US" sz="20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8580" marR="68580" anchor="ctr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Introduction – Summary of Results</a:t>
                      </a:r>
                    </a:p>
                  </a:txBody>
                  <a:tcPr marL="68580" marR="68580" anchor="ctr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</a:rPr>
                        <a:t>Ali  </a:t>
                      </a:r>
                    </a:p>
                  </a:txBody>
                  <a:tcPr marL="68580" marR="68580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679234"/>
                  </a:ext>
                </a:extLst>
              </a:tr>
              <a:tr h="418669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9:45am – 10:00am</a:t>
                      </a:r>
                      <a:endParaRPr lang="en-US" sz="20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8580" marR="68580" anchor="ctr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General Framework</a:t>
                      </a:r>
                    </a:p>
                  </a:txBody>
                  <a:tcPr marL="68580" marR="68580" anchor="ctr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Amer</a:t>
                      </a:r>
                    </a:p>
                  </a:txBody>
                  <a:tcPr marL="68580" marR="68580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132768"/>
                  </a:ext>
                </a:extLst>
              </a:tr>
              <a:tr h="418669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10:00am – 10:30am</a:t>
                      </a:r>
                      <a:endParaRPr lang="en-US" sz="20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8580" marR="68580" anchor="ctr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Discussion / Q&amp;A</a:t>
                      </a:r>
                    </a:p>
                  </a:txBody>
                  <a:tcPr marL="68580" marR="68580" anchor="ctr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All</a:t>
                      </a:r>
                    </a:p>
                  </a:txBody>
                  <a:tcPr marL="68580" marR="68580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884086"/>
                  </a:ext>
                </a:extLst>
              </a:tr>
              <a:tr h="418669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10:30am – 11:30am </a:t>
                      </a:r>
                      <a:endParaRPr lang="en-US" sz="20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8580" marR="68580" anchor="ctr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Workshop Activity  </a:t>
                      </a:r>
                    </a:p>
                  </a:txBody>
                  <a:tcPr marL="68580" marR="68580" anchor="ctr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All</a:t>
                      </a:r>
                    </a:p>
                  </a:txBody>
                  <a:tcPr marL="68580" marR="68580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231686"/>
                  </a:ext>
                </a:extLst>
              </a:tr>
              <a:tr h="446733"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11:30am – 11:40am</a:t>
                      </a:r>
                    </a:p>
                  </a:txBody>
                  <a:tcPr marL="68580" marR="68580" anchor="ctr">
                    <a:lnL w="12058">
                      <a:solidFill>
                        <a:srgbClr val="000000"/>
                      </a:solidFill>
                    </a:lnL>
                    <a:lnR w="12058">
                      <a:solidFill>
                        <a:srgbClr val="000000"/>
                      </a:solidFill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8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Break</a:t>
                      </a:r>
                    </a:p>
                  </a:txBody>
                  <a:tcPr marL="68580" marR="68580" anchor="ctr">
                    <a:lnL w="12058">
                      <a:solidFill>
                        <a:srgbClr val="000000"/>
                      </a:solidFill>
                    </a:lnL>
                    <a:lnR w="12058">
                      <a:solidFill>
                        <a:srgbClr val="000000"/>
                      </a:solidFill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8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>
                    <a:lnL w="12058">
                      <a:solidFill>
                        <a:srgbClr val="000000"/>
                      </a:solidFill>
                    </a:lnL>
                    <a:lnR w="12058">
                      <a:solidFill>
                        <a:srgbClr val="000000"/>
                      </a:solidFill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8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923651"/>
                  </a:ext>
                </a:extLst>
              </a:tr>
              <a:tr h="418669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11:40am – 12:40pm</a:t>
                      </a:r>
                      <a:endParaRPr lang="en-US" sz="20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8580" marR="68580" anchor="ctr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Workshop Activity </a:t>
                      </a:r>
                    </a:p>
                  </a:txBody>
                  <a:tcPr marL="68580" marR="68580" anchor="ctr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All</a:t>
                      </a:r>
                    </a:p>
                  </a:txBody>
                  <a:tcPr marL="68580" marR="68580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895800"/>
                  </a:ext>
                </a:extLst>
              </a:tr>
              <a:tr h="4467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12:40pm – 1:00pm</a:t>
                      </a:r>
                    </a:p>
                  </a:txBody>
                  <a:tcPr marL="68580" marR="68580" anchor="ctr">
                    <a:lnL w="12058">
                      <a:solidFill>
                        <a:srgbClr val="000000"/>
                      </a:solidFill>
                    </a:lnL>
                    <a:lnR w="1205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Conclusion and Next Steps</a:t>
                      </a:r>
                    </a:p>
                  </a:txBody>
                  <a:tcPr marL="68580" marR="68580" anchor="ctr">
                    <a:lnL w="1205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Ali</a:t>
                      </a:r>
                    </a:p>
                  </a:txBody>
                  <a:tcPr marL="68580" marR="68580">
                    <a:lnL w="1205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8">
                      <a:solidFill>
                        <a:srgbClr val="000000"/>
                      </a:solidFill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948028"/>
                  </a:ext>
                </a:extLst>
              </a:tr>
              <a:tr h="446733"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1:00pm</a:t>
                      </a:r>
                    </a:p>
                  </a:txBody>
                  <a:tcPr marL="68580" marR="68580" anchor="ctr">
                    <a:lnL w="12058">
                      <a:solidFill>
                        <a:srgbClr val="000000"/>
                      </a:solidFill>
                    </a:lnL>
                    <a:lnR w="12058">
                      <a:solidFill>
                        <a:srgbClr val="000000"/>
                      </a:solidFill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8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Lunch</a:t>
                      </a:r>
                    </a:p>
                  </a:txBody>
                  <a:tcPr marL="68580" marR="68580" anchor="ctr">
                    <a:lnL w="12058">
                      <a:solidFill>
                        <a:srgbClr val="000000"/>
                      </a:solidFill>
                    </a:lnL>
                    <a:lnR w="12058">
                      <a:solidFill>
                        <a:srgbClr val="000000"/>
                      </a:solidFill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8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>
                    <a:lnL w="12058">
                      <a:solidFill>
                        <a:srgbClr val="000000"/>
                      </a:solidFill>
                    </a:lnL>
                    <a:lnR w="12058">
                      <a:solidFill>
                        <a:srgbClr val="000000"/>
                      </a:solidFill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8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022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8251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57453-2D09-E7FE-C67E-6AB51B933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89494-CA62-A7F0-E235-6CDAD98C5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6000" b="1" dirty="0"/>
              <a:t>Summary of Results</a:t>
            </a:r>
          </a:p>
        </p:txBody>
      </p:sp>
    </p:spTree>
    <p:extLst>
      <p:ext uri="{BB962C8B-B14F-4D97-AF65-F5344CB8AC3E}">
        <p14:creationId xmlns:p14="http://schemas.microsoft.com/office/powerpoint/2010/main" val="377784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9621B-D2C5-B0B1-2E76-FEBD56E71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Challenges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74E92-4574-6287-D5F4-08B30566A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US" sz="2000" b="1" dirty="0">
                <a:highlight>
                  <a:srgbClr val="FFFF00"/>
                </a:highlight>
              </a:rPr>
              <a:t>Inefficient Planning and Allocation </a:t>
            </a:r>
            <a:endParaRPr lang="en-US" sz="2000" b="1" dirty="0">
              <a:highlight>
                <a:srgbClr val="FFFF00"/>
              </a:highlight>
              <a:ea typeface="Calibri"/>
              <a:cs typeface="Calibri"/>
            </a:endParaRPr>
          </a:p>
          <a:p>
            <a:pPr marL="971550" lvl="1" indent="-514350">
              <a:buFont typeface="Courier New,monospace"/>
              <a:buChar char="o"/>
            </a:pPr>
            <a:r>
              <a:rPr lang="en-US" sz="1600" dirty="0"/>
              <a:t>Inaccurate resource estimation, poor resource allocation, poor </a:t>
            </a:r>
            <a:r>
              <a:rPr lang="en-US" sz="1600" dirty="0" err="1"/>
              <a:t>prioritisation</a:t>
            </a:r>
            <a:r>
              <a:rPr lang="en-US" sz="1600" dirty="0"/>
              <a:t> of tasks, and programs not fully resourced.</a:t>
            </a:r>
            <a:endParaRPr lang="en-US" sz="1600" dirty="0"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en-US" sz="2000" b="1" dirty="0">
                <a:highlight>
                  <a:srgbClr val="FFFF00"/>
                </a:highlight>
              </a:rPr>
              <a:t>Communication and Coordination Issues</a:t>
            </a:r>
          </a:p>
          <a:p>
            <a:pPr marL="971550" lvl="1" indent="-514350">
              <a:buFont typeface="Courier New,monospace"/>
              <a:buChar char="o"/>
            </a:pPr>
            <a:r>
              <a:rPr lang="en-US" sz="1600" dirty="0"/>
              <a:t>Poor communication and coordination, ineffective information flow, miscommunication leading to dispute, delays and rework.</a:t>
            </a:r>
            <a:endParaRPr lang="en-US" sz="1600" dirty="0"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en-US" sz="2000" b="1" dirty="0">
                <a:highlight>
                  <a:srgbClr val="FFFF00"/>
                </a:highlight>
              </a:rPr>
              <a:t>Fragmented Data and Process</a:t>
            </a:r>
            <a:endParaRPr lang="en-US" sz="2000" b="1" dirty="0">
              <a:highlight>
                <a:srgbClr val="FFFF00"/>
              </a:highlight>
              <a:ea typeface="Calibri"/>
              <a:cs typeface="Calibri"/>
            </a:endParaRPr>
          </a:p>
          <a:p>
            <a:pPr marL="971550" lvl="1" indent="-514350">
              <a:buFont typeface="Courier New,monospace"/>
              <a:buChar char="o"/>
            </a:pPr>
            <a:r>
              <a:rPr lang="en-US" sz="1600" dirty="0"/>
              <a:t>Siloed systems, incomplete or inaccurate data, lack of integrated change management and control, and limited access to data for decision making.</a:t>
            </a:r>
            <a:endParaRPr lang="en-US" sz="1600" dirty="0"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Knowledge Gap and Resistance to Innovation 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ea typeface="Calibri"/>
              <a:cs typeface="Calibri"/>
            </a:endParaRPr>
          </a:p>
          <a:p>
            <a:pPr marL="971550" lvl="1" indent="-514350">
              <a:buFont typeface="Courier New,monospace"/>
              <a:buChar char="o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Reluctance to adopt emerging technologies, limited technical capability, client’s limited knowledge, and lack of awareness or training on effective resource management. 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Labor Shortage and Workforce Capability 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ea typeface="Calibri"/>
              <a:cs typeface="Calibri"/>
            </a:endParaRPr>
          </a:p>
          <a:p>
            <a:pPr marL="971550" lvl="1" indent="-514350">
              <a:buFont typeface="Courier New,monospace"/>
              <a:buChar char="o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Shortage of skilled labor, heavy reliance on migrant workers, difficulty matching workers’ skills with task requirements, and human resource issues (e.g., absenteeism and low morale). 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Supply Chain, Materials, and Operational Challenges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ea typeface="Calibri"/>
              <a:cs typeface="Calibri"/>
            </a:endParaRPr>
          </a:p>
          <a:p>
            <a:pPr marL="971550" lvl="1" indent="-514350">
              <a:buFont typeface="Courier New,monospace"/>
              <a:buChar char="o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Delays in material delivery, limited availability of critical resources, site access issues, inadequate readiness of resources. 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ea typeface="Calibri"/>
              <a:cs typeface="Calibri"/>
            </a:endParaRPr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841927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511BC-DA42-1CCA-6233-F815BABBE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Comments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537B4-68E2-1CA8-79B5-609A28F92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/>
              <a:t>AI/BIM can address key challenges </a:t>
            </a:r>
          </a:p>
          <a:p>
            <a:r>
              <a:rPr lang="en-US" dirty="0"/>
              <a:t>Assigning resources to schedule is still manual </a:t>
            </a:r>
          </a:p>
          <a:p>
            <a:r>
              <a:rPr lang="en-US" dirty="0"/>
              <a:t>Fragmented data is the root cause of many issues</a:t>
            </a:r>
          </a:p>
          <a:p>
            <a:r>
              <a:rPr lang="en-US" dirty="0"/>
              <a:t>Team lacks complete and current data </a:t>
            </a:r>
          </a:p>
          <a:p>
            <a:r>
              <a:rPr lang="en-US" dirty="0"/>
              <a:t>Real-time resource allocation and </a:t>
            </a:r>
            <a:r>
              <a:rPr lang="en-US" dirty="0" err="1"/>
              <a:t>optimisation</a:t>
            </a:r>
            <a:r>
              <a:rPr lang="en-US" dirty="0"/>
              <a:t> (esp. during construction) </a:t>
            </a:r>
          </a:p>
          <a:p>
            <a:r>
              <a:rPr lang="en-US" dirty="0"/>
              <a:t>Challenges depends on who view them (client vs. contractor)</a:t>
            </a:r>
          </a:p>
          <a:p>
            <a:r>
              <a:rPr lang="en-US" dirty="0"/>
              <a:t>Different platforms need to talk to each other </a:t>
            </a:r>
          </a:p>
          <a:p>
            <a:r>
              <a:rPr lang="en-US" dirty="0"/>
              <a:t>“If AI helps us link all fragmented data and help to manage resources efficiently in P6, could be very helpful”</a:t>
            </a:r>
          </a:p>
          <a:p>
            <a:r>
              <a:rPr lang="en-US" dirty="0"/>
              <a:t>AI can upskill workforce capabilities </a:t>
            </a:r>
          </a:p>
          <a:p>
            <a:r>
              <a:rPr lang="en-US" dirty="0"/>
              <a:t>Trust can enhance communication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942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BF3D1-375F-593A-86F6-EEF5799A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1) Inefficient Planning and Allocation </a:t>
            </a:r>
            <a:endParaRPr lang="en-AU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C2E852-0257-5004-3023-33F9FAE684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2761742"/>
              </p:ext>
            </p:extLst>
          </p:nvPr>
        </p:nvGraphicFramePr>
        <p:xfrm>
          <a:off x="838200" y="1612531"/>
          <a:ext cx="10515600" cy="4859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7358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DA50E5E-CAA1-427B-8BFB-1DCA25CFD9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graphicEl>
                                              <a:dgm id="{DDA50E5E-CAA1-427B-8BFB-1DCA25CFD95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graphicEl>
                                              <a:dgm id="{DDA50E5E-CAA1-427B-8BFB-1DCA25CFD9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graphicEl>
                                              <a:dgm id="{DDA50E5E-CAA1-427B-8BFB-1DCA25CFD9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11AF4E7-72DA-4592-A430-33769875B0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graphicEl>
                                              <a:dgm id="{711AF4E7-72DA-4592-A430-33769875B01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graphicEl>
                                              <a:dgm id="{711AF4E7-72DA-4592-A430-33769875B0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graphicEl>
                                              <a:dgm id="{711AF4E7-72DA-4592-A430-33769875B0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515227D-FC88-4029-9093-B7114A8933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graphicEl>
                                              <a:dgm id="{3515227D-FC88-4029-9093-B7114A8933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graphicEl>
                                              <a:dgm id="{3515227D-FC88-4029-9093-B7114A8933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graphicEl>
                                              <a:dgm id="{3515227D-FC88-4029-9093-B7114A8933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AFA0245-E0D8-4736-8B9E-8CB1EFABB6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graphicEl>
                                              <a:dgm id="{AAFA0245-E0D8-4736-8B9E-8CB1EFABB6B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graphicEl>
                                              <a:dgm id="{AAFA0245-E0D8-4736-8B9E-8CB1EFABB6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graphicEl>
                                              <a:dgm id="{AAFA0245-E0D8-4736-8B9E-8CB1EFABB6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C883009-C904-4D0E-888B-EFAE404895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graphicEl>
                                              <a:dgm id="{3C883009-C904-4D0E-888B-EFAE404895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graphicEl>
                                              <a:dgm id="{3C883009-C904-4D0E-888B-EFAE404895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graphicEl>
                                              <a:dgm id="{3C883009-C904-4D0E-888B-EFAE404895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2CD42E-9150-4537-82E4-3D3F68B017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graphicEl>
                                              <a:dgm id="{662CD42E-9150-4537-82E4-3D3F68B017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graphicEl>
                                              <a:dgm id="{662CD42E-9150-4537-82E4-3D3F68B017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graphicEl>
                                              <a:dgm id="{662CD42E-9150-4537-82E4-3D3F68B017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5F32-A391-516E-F1D1-8DFEF8795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2) Communication and Coordination</a:t>
            </a:r>
            <a:endParaRPr lang="en-AU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4B7737-F36B-4B5B-B6BC-5FE956B712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84431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3636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FEC104C-E5FE-4CC5-BABD-1FABC1A39B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graphicEl>
                                              <a:dgm id="{CFEC104C-E5FE-4CC5-BABD-1FABC1A39B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graphicEl>
                                              <a:dgm id="{CFEC104C-E5FE-4CC5-BABD-1FABC1A39B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graphicEl>
                                              <a:dgm id="{CFEC104C-E5FE-4CC5-BABD-1FABC1A39B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B66D57C-AD5C-4672-8F48-836A1A09AE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graphicEl>
                                              <a:dgm id="{5B66D57C-AD5C-4672-8F48-836A1A09AE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graphicEl>
                                              <a:dgm id="{5B66D57C-AD5C-4672-8F48-836A1A09AE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graphicEl>
                                              <a:dgm id="{5B66D57C-AD5C-4672-8F48-836A1A09AE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79F94A8-09E3-4302-8EB9-221C353F00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graphicEl>
                                              <a:dgm id="{479F94A8-09E3-4302-8EB9-221C353F006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graphicEl>
                                              <a:dgm id="{479F94A8-09E3-4302-8EB9-221C353F00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graphicEl>
                                              <a:dgm id="{479F94A8-09E3-4302-8EB9-221C353F00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5FB1B69-5C96-4D86-A32A-339009B775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graphicEl>
                                              <a:dgm id="{35FB1B69-5C96-4D86-A32A-339009B775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graphicEl>
                                              <a:dgm id="{35FB1B69-5C96-4D86-A32A-339009B775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graphicEl>
                                              <a:dgm id="{35FB1B69-5C96-4D86-A32A-339009B775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35FF0B-A634-4311-9AA9-59B2D05350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graphicEl>
                                              <a:dgm id="{3335FF0B-A634-4311-9AA9-59B2D05350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graphicEl>
                                              <a:dgm id="{3335FF0B-A634-4311-9AA9-59B2D05350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graphicEl>
                                              <a:dgm id="{3335FF0B-A634-4311-9AA9-59B2D05350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46F9860-5AAD-447E-B695-58EDAB0168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graphicEl>
                                              <a:dgm id="{C46F9860-5AAD-447E-B695-58EDAB0168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graphicEl>
                                              <a:dgm id="{C46F9860-5AAD-447E-B695-58EDAB0168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graphicEl>
                                              <a:dgm id="{C46F9860-5AAD-447E-B695-58EDAB0168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C63B5-4EB8-FF2E-A1E1-B246C78C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3) Fragmented Data and Process</a:t>
            </a:r>
            <a:endParaRPr lang="en-AU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20EEDD-2DC9-DAAA-435A-7C93BDA9FD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91799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4045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440BF2A-E573-4E1C-B705-4069105A83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graphicEl>
                                              <a:dgm id="{8440BF2A-E573-4E1C-B705-4069105A83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graphicEl>
                                              <a:dgm id="{8440BF2A-E573-4E1C-B705-4069105A83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graphicEl>
                                              <a:dgm id="{8440BF2A-E573-4E1C-B705-4069105A83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FBEBE37-A84B-483E-8A55-058A59A1AA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graphicEl>
                                              <a:dgm id="{7FBEBE37-A84B-483E-8A55-058A59A1AA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graphicEl>
                                              <a:dgm id="{7FBEBE37-A84B-483E-8A55-058A59A1AA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graphicEl>
                                              <a:dgm id="{7FBEBE37-A84B-483E-8A55-058A59A1AA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9DDDBA1-834D-42FF-953C-F359DF9284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graphicEl>
                                              <a:dgm id="{C9DDDBA1-834D-42FF-953C-F359DF9284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graphicEl>
                                              <a:dgm id="{C9DDDBA1-834D-42FF-953C-F359DF9284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graphicEl>
                                              <a:dgm id="{C9DDDBA1-834D-42FF-953C-F359DF9284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F80162-3082-476C-8843-615A275901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graphicEl>
                                              <a:dgm id="{B4F80162-3082-476C-8843-615A275901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graphicEl>
                                              <a:dgm id="{B4F80162-3082-476C-8843-615A275901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graphicEl>
                                              <a:dgm id="{B4F80162-3082-476C-8843-615A275901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0717143-E3DD-4F3E-8B61-7E8B679BA3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graphicEl>
                                              <a:dgm id="{10717143-E3DD-4F3E-8B61-7E8B679BA3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graphicEl>
                                              <a:dgm id="{10717143-E3DD-4F3E-8B61-7E8B679BA3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graphicEl>
                                              <a:dgm id="{10717143-E3DD-4F3E-8B61-7E8B679BA3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9E7959B-6220-42CA-80D5-04A9E52416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graphicEl>
                                              <a:dgm id="{39E7959B-6220-42CA-80D5-04A9E52416D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graphicEl>
                                              <a:dgm id="{39E7959B-6220-42CA-80D5-04A9E52416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graphicEl>
                                              <a:dgm id="{39E7959B-6220-42CA-80D5-04A9E52416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52648-F981-F9FD-7D6B-0C931E15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Challenges and AI Tools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7D9F34-0F3B-C0BE-43EC-BF1EAF33D1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12749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369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CF8F44-B19E-4052-8098-71B5CA7D90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7CCF8F44-B19E-4052-8098-71B5CA7D90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7CCF8F44-B19E-4052-8098-71B5CA7D90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graphicEl>
                                              <a:dgm id="{7CCF8F44-B19E-4052-8098-71B5CA7D90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CA2C5EA-D187-42D7-89B6-CF4CDA7D71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ACA2C5EA-D187-42D7-89B6-CF4CDA7D71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graphicEl>
                                              <a:dgm id="{ACA2C5EA-D187-42D7-89B6-CF4CDA7D71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graphicEl>
                                              <a:dgm id="{ACA2C5EA-D187-42D7-89B6-CF4CDA7D71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BF2E6D6-CDB0-4F1E-A711-63B056967B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graphicEl>
                                              <a:dgm id="{CBF2E6D6-CDB0-4F1E-A711-63B056967B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graphicEl>
                                              <a:dgm id="{CBF2E6D6-CDB0-4F1E-A711-63B056967B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CBF2E6D6-CDB0-4F1E-A711-63B056967B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A69F579-A05D-41E2-93BC-D29FDF339D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graphicEl>
                                              <a:dgm id="{3A69F579-A05D-41E2-93BC-D29FDF339D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graphicEl>
                                              <a:dgm id="{3A69F579-A05D-41E2-93BC-D29FDF339D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graphicEl>
                                              <a:dgm id="{3A69F579-A05D-41E2-93BC-D29FDF339D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0101844-90A1-4418-BA0D-3F8650D360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graphicEl>
                                              <a:dgm id="{30101844-90A1-4418-BA0D-3F8650D360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graphicEl>
                                              <a:dgm id="{30101844-90A1-4418-BA0D-3F8650D360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graphicEl>
                                              <a:dgm id="{30101844-90A1-4418-BA0D-3F8650D360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97E90B1-CC22-4F85-A71F-CC6F4EC203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>
                                            <p:graphicEl>
                                              <a:dgm id="{097E90B1-CC22-4F85-A71F-CC6F4EC203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graphicEl>
                                              <a:dgm id="{097E90B1-CC22-4F85-A71F-CC6F4EC203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graphicEl>
                                              <a:dgm id="{097E90B1-CC22-4F85-A71F-CC6F4EC203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9216-04D2-B4D0-13F7-43C17B732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Evaluation of AI Capabilities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721F6B-E5EB-AA30-0362-41F5BB59B3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064786"/>
              </p:ext>
            </p:extLst>
          </p:nvPr>
        </p:nvGraphicFramePr>
        <p:xfrm>
          <a:off x="838200" y="1520487"/>
          <a:ext cx="10781414" cy="488449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477926">
                  <a:extLst>
                    <a:ext uri="{9D8B030D-6E8A-4147-A177-3AD203B41FA5}">
                      <a16:colId xmlns:a16="http://schemas.microsoft.com/office/drawing/2014/main" val="2366595726"/>
                    </a:ext>
                  </a:extLst>
                </a:gridCol>
                <a:gridCol w="1763166">
                  <a:extLst>
                    <a:ext uri="{9D8B030D-6E8A-4147-A177-3AD203B41FA5}">
                      <a16:colId xmlns:a16="http://schemas.microsoft.com/office/drawing/2014/main" val="2896638104"/>
                    </a:ext>
                  </a:extLst>
                </a:gridCol>
                <a:gridCol w="1866992">
                  <a:extLst>
                    <a:ext uri="{9D8B030D-6E8A-4147-A177-3AD203B41FA5}">
                      <a16:colId xmlns:a16="http://schemas.microsoft.com/office/drawing/2014/main" val="1413387949"/>
                    </a:ext>
                  </a:extLst>
                </a:gridCol>
                <a:gridCol w="2331790">
                  <a:extLst>
                    <a:ext uri="{9D8B030D-6E8A-4147-A177-3AD203B41FA5}">
                      <a16:colId xmlns:a16="http://schemas.microsoft.com/office/drawing/2014/main" val="1130764117"/>
                    </a:ext>
                  </a:extLst>
                </a:gridCol>
                <a:gridCol w="3341540">
                  <a:extLst>
                    <a:ext uri="{9D8B030D-6E8A-4147-A177-3AD203B41FA5}">
                      <a16:colId xmlns:a16="http://schemas.microsoft.com/office/drawing/2014/main" val="3621112827"/>
                    </a:ext>
                  </a:extLst>
                </a:gridCol>
              </a:tblGrid>
              <a:tr h="169659">
                <a:tc>
                  <a:txBody>
                    <a:bodyPr/>
                    <a:lstStyle/>
                    <a:p>
                      <a:pPr algn="ctr"/>
                      <a:r>
                        <a:rPr lang="en-AU" sz="1200" b="1"/>
                        <a:t>Main AI Category</a:t>
                      </a:r>
                      <a:endParaRPr lang="en-AU" sz="1200"/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b="1" dirty="0"/>
                        <a:t>Example Tools/Methods</a:t>
                      </a:r>
                      <a:endParaRPr lang="en-AU" sz="1200" dirty="0"/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b="1"/>
                        <a:t>Primary Function</a:t>
                      </a:r>
                      <a:endParaRPr lang="en-AU" sz="1200"/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b="1"/>
                        <a:t>Suitability to Address Challenges</a:t>
                      </a:r>
                      <a:endParaRPr lang="en-AU" sz="1200"/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b="1" dirty="0"/>
                        <a:t>Evaluation Summary</a:t>
                      </a:r>
                      <a:endParaRPr lang="en-AU" sz="1200" dirty="0"/>
                    </a:p>
                  </a:txBody>
                  <a:tcPr marL="18516" marR="18516" marT="9258" marB="9258" anchor="ctr"/>
                </a:tc>
                <a:extLst>
                  <a:ext uri="{0D108BD9-81ED-4DB2-BD59-A6C34878D82A}">
                    <a16:rowId xmlns:a16="http://schemas.microsoft.com/office/drawing/2014/main" val="911076618"/>
                  </a:ext>
                </a:extLst>
              </a:tr>
              <a:tr h="631842">
                <a:tc>
                  <a:txBody>
                    <a:bodyPr/>
                    <a:lstStyle/>
                    <a:p>
                      <a:r>
                        <a:rPr lang="en-AU" sz="1200" b="1"/>
                        <a:t>1. Machine Learning &amp; Predictive Analytics</a:t>
                      </a:r>
                      <a:endParaRPr lang="en-AU" sz="1200"/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Neural Networks, Predictive Analytics, Reinforcement Learning, Predictive Scheduling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Learn from historical data to forecast demand, resource needs, or project delays.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Highly suitable</a:t>
                      </a:r>
                      <a:r>
                        <a:rPr lang="en-AU" sz="1200"/>
                        <a:t> for Inefficient Planning and Allocation and Fragmented Data and Processes.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Enables data-driven forecasting, adaptive scheduling, and optimisation under uncertainty. However, requires large, high-quality datasets and strong integration with BIM platforms.</a:t>
                      </a:r>
                    </a:p>
                  </a:txBody>
                  <a:tcPr marL="18516" marR="18516" marT="9258" marB="9258" anchor="ctr"/>
                </a:tc>
                <a:extLst>
                  <a:ext uri="{0D108BD9-81ED-4DB2-BD59-A6C34878D82A}">
                    <a16:rowId xmlns:a16="http://schemas.microsoft.com/office/drawing/2014/main" val="715640704"/>
                  </a:ext>
                </a:extLst>
              </a:tr>
              <a:tr h="631842">
                <a:tc>
                  <a:txBody>
                    <a:bodyPr/>
                    <a:lstStyle/>
                    <a:p>
                      <a:r>
                        <a:rPr lang="en-AU" sz="1200" b="1" dirty="0"/>
                        <a:t>2. Optimisation &amp; Evolutionary Algorithms</a:t>
                      </a:r>
                      <a:endParaRPr lang="en-AU" sz="1200" dirty="0"/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GA, Heuristic Optimisation, Optimisation Algorithms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Search for optimal solutions for scheduling, resource allocation, or cost–time balancing.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Highly suitable</a:t>
                      </a:r>
                      <a:r>
                        <a:rPr lang="en-AU" sz="1200"/>
                        <a:t> for Inefficient Planning and Allocation.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Provides mathematical optimisation beyond BIM’s visualisation capabilities. Effective in multi-objective problems (e.g., cost-time </a:t>
                      </a:r>
                      <a:r>
                        <a:rPr lang="en-AU" sz="1200" dirty="0" err="1"/>
                        <a:t>tradeoffs</a:t>
                      </a:r>
                      <a:r>
                        <a:rPr lang="en-AU" sz="1200" dirty="0"/>
                        <a:t>), but computationally intensive and scenario-specific.</a:t>
                      </a:r>
                    </a:p>
                  </a:txBody>
                  <a:tcPr marL="18516" marR="18516" marT="9258" marB="9258" anchor="ctr"/>
                </a:tc>
                <a:extLst>
                  <a:ext uri="{0D108BD9-81ED-4DB2-BD59-A6C34878D82A}">
                    <a16:rowId xmlns:a16="http://schemas.microsoft.com/office/drawing/2014/main" val="4133437683"/>
                  </a:ext>
                </a:extLst>
              </a:tr>
              <a:tr h="631842">
                <a:tc>
                  <a:txBody>
                    <a:bodyPr/>
                    <a:lstStyle/>
                    <a:p>
                      <a:r>
                        <a:rPr lang="en-AU" sz="1200" b="1" dirty="0"/>
                        <a:t>3. Knowledge-Based &amp; Reasoning Systems</a:t>
                      </a:r>
                      <a:endParaRPr lang="en-AU" sz="1200" dirty="0"/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Fuzzy Logic, Knowledge-Based Systems, Ontology Reasoning, Ontology Alignment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Represent and reason with domain knowledge for decision support and semantic understanding.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Moderately suitable</a:t>
                      </a:r>
                      <a:r>
                        <a:rPr lang="en-AU" sz="1200"/>
                        <a:t> for Planning and Allocation and Communication/Coordination.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Enhances decision support and human-like reasoning where precise data is unavailable. Can formalise project knowledge and relationships, but often lacks real-time adaptability.</a:t>
                      </a:r>
                    </a:p>
                  </a:txBody>
                  <a:tcPr marL="18516" marR="18516" marT="9258" marB="9258" anchor="ctr"/>
                </a:tc>
                <a:extLst>
                  <a:ext uri="{0D108BD9-81ED-4DB2-BD59-A6C34878D82A}">
                    <a16:rowId xmlns:a16="http://schemas.microsoft.com/office/drawing/2014/main" val="425395406"/>
                  </a:ext>
                </a:extLst>
              </a:tr>
              <a:tr h="631842">
                <a:tc>
                  <a:txBody>
                    <a:bodyPr/>
                    <a:lstStyle/>
                    <a:p>
                      <a:r>
                        <a:rPr lang="en-AU" sz="1200" b="1" dirty="0"/>
                        <a:t>4. Natural Language Processing &amp; Interaction Systems</a:t>
                      </a:r>
                      <a:endParaRPr lang="en-AU" sz="1200" dirty="0"/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NLP, NLU, Chatbots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Interpret, process, and communicate textual or spoken information from users or documents.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Highly suitable</a:t>
                      </a:r>
                      <a:r>
                        <a:rPr lang="en-AU" sz="1200"/>
                        <a:t> for Communication and Coordination Issues.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Enables conversational interfaces, automated reporting, and query systems integrated with BIM (e.g., chatbot-assisted project updates). Limited in handling complex contextual understanding.</a:t>
                      </a:r>
                    </a:p>
                  </a:txBody>
                  <a:tcPr marL="18516" marR="18516" marT="9258" marB="9258" anchor="ctr"/>
                </a:tc>
                <a:extLst>
                  <a:ext uri="{0D108BD9-81ED-4DB2-BD59-A6C34878D82A}">
                    <a16:rowId xmlns:a16="http://schemas.microsoft.com/office/drawing/2014/main" val="338244434"/>
                  </a:ext>
                </a:extLst>
              </a:tr>
              <a:tr h="785902">
                <a:tc>
                  <a:txBody>
                    <a:bodyPr/>
                    <a:lstStyle/>
                    <a:p>
                      <a:r>
                        <a:rPr lang="en-AU" sz="1200" b="1"/>
                        <a:t>5. Multi-Agent &amp; Intelligent Coordination Systems</a:t>
                      </a:r>
                      <a:endParaRPr lang="en-AU" sz="1200"/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Multi-Agent Systems, AI-assisted Simulation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Simulate interactions between workers, machines, and materials to coordinate dynamic processes.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Moderately to highly suitable</a:t>
                      </a:r>
                      <a:r>
                        <a:rPr lang="en-AU" sz="1200"/>
                        <a:t> for Planning and Allocation and Coordination Issues.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Useful for modelling distributed decision-making and resource interactions in complex environments. Requires detailed model calibration and can be computationally demanding.</a:t>
                      </a:r>
                    </a:p>
                  </a:txBody>
                  <a:tcPr marL="18516" marR="18516" marT="9258" marB="9258" anchor="ctr"/>
                </a:tc>
                <a:extLst>
                  <a:ext uri="{0D108BD9-81ED-4DB2-BD59-A6C34878D82A}">
                    <a16:rowId xmlns:a16="http://schemas.microsoft.com/office/drawing/2014/main" val="3549849612"/>
                  </a:ext>
                </a:extLst>
              </a:tr>
              <a:tr h="631842">
                <a:tc>
                  <a:txBody>
                    <a:bodyPr/>
                    <a:lstStyle/>
                    <a:p>
                      <a:r>
                        <a:rPr lang="en-AU" sz="1200" b="1"/>
                        <a:t>6. Data Integration &amp; AIoT Systems</a:t>
                      </a:r>
                      <a:endParaRPr lang="en-AU" sz="1200"/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Microservices, AIoT, Cloud AI Systems, AI-driven Dashboards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Enable integration, real-time data flow, and analytics across multiple digital systems.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Highly suitable</a:t>
                      </a:r>
                      <a:r>
                        <a:rPr lang="en-AU" sz="1200"/>
                        <a:t> for Fragmented Data and Process Challenges.</a:t>
                      </a:r>
                    </a:p>
                  </a:txBody>
                  <a:tcPr marL="18516" marR="18516" marT="9258" marB="9258" anchor="ctr"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Complements 4D BIM by connecting sensors, IoT devices, and cloud platforms for real-time updates and predictive insights. Still constrained by interoperability and cybersecurity concerns.</a:t>
                      </a:r>
                    </a:p>
                  </a:txBody>
                  <a:tcPr marL="18516" marR="18516" marT="9258" marB="9258" anchor="ctr"/>
                </a:tc>
                <a:extLst>
                  <a:ext uri="{0D108BD9-81ED-4DB2-BD59-A6C34878D82A}">
                    <a16:rowId xmlns:a16="http://schemas.microsoft.com/office/drawing/2014/main" val="1763639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873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B4CA-5B99-DDDE-3A27-34C80F07A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System Key Functions and Requirements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C1C658F-883B-C21A-7B53-D5264279FB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006785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7794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CC0C669-F3DA-477E-8385-C8425734F4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6CC0C669-F3DA-477E-8385-C8425734F4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6CC0C669-F3DA-477E-8385-C8425734F4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6CC0C669-F3DA-477E-8385-C8425734F4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71CFF2-F12E-4376-8BA8-B4BBBBC2EA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graphicEl>
                                              <a:dgm id="{3171CFF2-F12E-4376-8BA8-B4BBBBC2EA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graphicEl>
                                              <a:dgm id="{3171CFF2-F12E-4376-8BA8-B4BBBBC2EA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graphicEl>
                                              <a:dgm id="{3171CFF2-F12E-4376-8BA8-B4BBBBC2EA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F745FAC-A446-43AE-BF1A-42CD8BD6E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graphicEl>
                                              <a:dgm id="{4F745FAC-A446-43AE-BF1A-42CD8BD6E2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graphicEl>
                                              <a:dgm id="{4F745FAC-A446-43AE-BF1A-42CD8BD6E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graphicEl>
                                              <a:dgm id="{4F745FAC-A446-43AE-BF1A-42CD8BD6E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71DA402-A7C0-4E1E-B79F-0078E123E2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graphicEl>
                                              <a:dgm id="{071DA402-A7C0-4E1E-B79F-0078E123E2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graphicEl>
                                              <a:dgm id="{071DA402-A7C0-4E1E-B79F-0078E123E2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graphicEl>
                                              <a:dgm id="{071DA402-A7C0-4E1E-B79F-0078E123E2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BBBAF-DDED-98B7-C993-F190202F9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Additional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D95DA-1F3D-8B3A-3761-DD1930822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AU" dirty="0"/>
              <a:t>Project optimisation is important </a:t>
            </a:r>
          </a:p>
          <a:p>
            <a:r>
              <a:rPr lang="en-AU" dirty="0"/>
              <a:t>Real-time optimisation is needed</a:t>
            </a:r>
          </a:p>
          <a:p>
            <a:r>
              <a:rPr lang="en-AU" dirty="0"/>
              <a:t>Forecasting is important </a:t>
            </a:r>
          </a:p>
          <a:p>
            <a:r>
              <a:rPr lang="en-AU" dirty="0"/>
              <a:t>Other tools to consider: Spider, Arora, and Procure </a:t>
            </a:r>
          </a:p>
          <a:p>
            <a:r>
              <a:rPr lang="en-AU" dirty="0"/>
              <a:t>Lack of trust on data </a:t>
            </a:r>
          </a:p>
          <a:p>
            <a:r>
              <a:rPr lang="en-AU" dirty="0"/>
              <a:t>Need to establish benchmark (within organisation and industry)</a:t>
            </a:r>
          </a:p>
          <a:p>
            <a:r>
              <a:rPr lang="en-AU" dirty="0"/>
              <a:t>Need to keep model continuously updated</a:t>
            </a:r>
          </a:p>
          <a:p>
            <a:r>
              <a:rPr lang="en-AU" dirty="0"/>
              <a:t>Lessons learned is needed </a:t>
            </a:r>
          </a:p>
          <a:p>
            <a:r>
              <a:rPr lang="en-AU" dirty="0"/>
              <a:t>Clash detection is important </a:t>
            </a:r>
          </a:p>
          <a:p>
            <a:pPr lvl="1"/>
            <a:r>
              <a:rPr lang="en-AU" dirty="0"/>
              <a:t>Clash of activity logic </a:t>
            </a:r>
          </a:p>
          <a:p>
            <a:pPr lvl="1"/>
            <a:r>
              <a:rPr lang="en-AU" dirty="0"/>
              <a:t>Clash of onsite activities </a:t>
            </a:r>
          </a:p>
          <a:p>
            <a:pPr lvl="1"/>
            <a:r>
              <a:rPr lang="en-AU" dirty="0"/>
              <a:t>Clash between trades and workers  </a:t>
            </a:r>
          </a:p>
          <a:p>
            <a:pPr lvl="1"/>
            <a:r>
              <a:rPr lang="en-AU" dirty="0"/>
              <a:t>Clash outside the project (e.g., traffic) </a:t>
            </a:r>
          </a:p>
        </p:txBody>
      </p:sp>
    </p:spTree>
    <p:extLst>
      <p:ext uri="{BB962C8B-B14F-4D97-AF65-F5344CB8AC3E}">
        <p14:creationId xmlns:p14="http://schemas.microsoft.com/office/powerpoint/2010/main" val="1574772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D3603-5BB9-ADF8-3EC0-42B188908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2B041-316A-2DB4-19BC-BC6ED30EA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Address scheduling in general or focus on resource management?</a:t>
            </a:r>
          </a:p>
          <a:p>
            <a:r>
              <a:rPr lang="en-AU" dirty="0"/>
              <a:t>Address all challenges or focus on a particular challenge? </a:t>
            </a:r>
          </a:p>
          <a:p>
            <a:r>
              <a:rPr lang="en-AU" dirty="0"/>
              <a:t>Consider one function or issue (e.g., clash detection, resource optimisation)?</a:t>
            </a:r>
          </a:p>
          <a:p>
            <a:r>
              <a:rPr lang="en-AU" dirty="0"/>
              <a:t>Consider key functions? </a:t>
            </a:r>
          </a:p>
          <a:p>
            <a:r>
              <a:rPr lang="en-AU" dirty="0"/>
              <a:t>Develop a totally new system or improve exiting ones (e.g., 4D BIM, P6)? </a:t>
            </a:r>
          </a:p>
        </p:txBody>
      </p:sp>
    </p:spTree>
    <p:extLst>
      <p:ext uri="{BB962C8B-B14F-4D97-AF65-F5344CB8AC3E}">
        <p14:creationId xmlns:p14="http://schemas.microsoft.com/office/powerpoint/2010/main" val="222328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426</TotalTime>
  <Words>2109</Words>
  <Application>Microsoft Macintosh PowerPoint</Application>
  <PresentationFormat>Widescreen</PresentationFormat>
  <Paragraphs>235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Courier New,monospace</vt:lpstr>
      <vt:lpstr>office theme</vt:lpstr>
      <vt:lpstr>Workshop:  Developing an Integrated and Smart System for Resource Management in Construction</vt:lpstr>
      <vt:lpstr>Agenda</vt:lpstr>
      <vt:lpstr>PowerPoint Presentation</vt:lpstr>
      <vt:lpstr>Key Challenges </vt:lpstr>
      <vt:lpstr>Additional Comments </vt:lpstr>
      <vt:lpstr>1) Inefficient Planning and Allocation </vt:lpstr>
      <vt:lpstr>2) Communication and Coordination</vt:lpstr>
      <vt:lpstr>3) Fragmented Data and Process</vt:lpstr>
      <vt:lpstr>Challenges and AI Tools</vt:lpstr>
      <vt:lpstr>Evaluation of AI Capabilities </vt:lpstr>
      <vt:lpstr>System Key Functions and Requirements</vt:lpstr>
      <vt:lpstr>Additional Comments</vt:lpstr>
      <vt:lpstr>What’s next?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Al-Ashwal</dc:creator>
  <cp:lastModifiedBy>Damian Nguyen</cp:lastModifiedBy>
  <cp:revision>294</cp:revision>
  <dcterms:created xsi:type="dcterms:W3CDTF">2025-08-21T01:18:13Z</dcterms:created>
  <dcterms:modified xsi:type="dcterms:W3CDTF">2025-11-04T22:42:10Z</dcterms:modified>
</cp:coreProperties>
</file>